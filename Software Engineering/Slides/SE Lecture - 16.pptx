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78" roundtripDataSignature="AMtx7mhuG1QIHW8M6f+Fox6hm26eVPIp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8D9E38-63AB-4F39-8222-83D01DE5195E}">
  <a:tblStyle styleId="{088D9E38-63AB-4F39-8222-83D01DE5195E}"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34" Type="http://schemas.openxmlformats.org/officeDocument/2006/relationships/slide" Target="slides/slide28.xml"/><Relationship Id="rId78" Type="http://customschemas.google.com/relationships/presentationmetadata" Target="meta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41" name="Google Shape;41;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47" name="Google Shape;47;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64" name="Google Shape;64;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79" name="Google Shape;7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85" name="Google Shape;85;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164" name="Google Shape;164;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170" name="Google Shape;170;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177" name="Google Shape;177;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183" name="Google Shape;183;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189" name="Google Shape;189;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5" name="Google Shape;195;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204" name="Google Shape;204;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210" name="Google Shape;210;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263" name="Google Shape;263;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270" name="Google Shape;270;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282" name="Google Shape;282;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300" name="Google Shape;300;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306" name="Google Shape;306;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313" name="Google Shape;313;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320" name="Google Shape;320;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327" name="Google Shape;327;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394" name="Google Shape;394;p4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400" name="Google Shape;400;p4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406" name="Google Shape;406;p4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t/>
            </a:r>
            <a:endParaRPr sz="300">
              <a:solidFill>
                <a:schemeClr val="dk1"/>
              </a:solidFill>
              <a:latin typeface="Calibri"/>
              <a:ea typeface="Calibri"/>
              <a:cs typeface="Calibri"/>
              <a:sym typeface="Calibri"/>
            </a:endParaRPr>
          </a:p>
        </p:txBody>
      </p:sp>
      <p:sp>
        <p:nvSpPr>
          <p:cNvPr id="412" name="Google Shape;412;p4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5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5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5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5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5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5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5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5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6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6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6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6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6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6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6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6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6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6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6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6" name="Google Shape;686;p6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87" name="Google Shape;687;p6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6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6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6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6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7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7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7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7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1" name="Shape 11"/>
        <p:cNvGrpSpPr/>
        <p:nvPr/>
      </p:nvGrpSpPr>
      <p:grpSpPr>
        <a:xfrm>
          <a:off x="0" y="0"/>
          <a:ext cx="0" cy="0"/>
          <a:chOff x="0" y="0"/>
          <a:chExt cx="0" cy="0"/>
        </a:xfrm>
      </p:grpSpPr>
      <p:sp>
        <p:nvSpPr>
          <p:cNvPr id="12" name="Google Shape;12;p73"/>
          <p:cNvSpPr txBox="1"/>
          <p:nvPr>
            <p:ph idx="11" type="ftr"/>
          </p:nvPr>
        </p:nvSpPr>
        <p:spPr>
          <a:xfrm>
            <a:off x="2769873" y="6533881"/>
            <a:ext cx="4062095"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800">
                <a:solidFill>
                  <a:srgbClr val="7F7F7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73"/>
          <p:cNvSpPr txBox="1"/>
          <p:nvPr>
            <p:ph idx="10" type="dt"/>
          </p:nvPr>
        </p:nvSpPr>
        <p:spPr>
          <a:xfrm>
            <a:off x="457200" y="6377941"/>
            <a:ext cx="210312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73"/>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lvl1pPr indent="0" lvl="0" marL="63500" marR="0" algn="l">
              <a:spcBef>
                <a:spcPts val="0"/>
              </a:spcBef>
              <a:buNone/>
              <a:defRPr b="0" i="0" sz="1800" u="none" cap="none" strike="noStrike">
                <a:solidFill>
                  <a:srgbClr val="7F7F7F"/>
                </a:solidFill>
                <a:latin typeface="Arial"/>
                <a:ea typeface="Arial"/>
                <a:cs typeface="Arial"/>
                <a:sym typeface="Arial"/>
              </a:defRPr>
            </a:lvl1pPr>
            <a:lvl2pPr indent="0" lvl="1" marL="63500" marR="0" algn="l">
              <a:spcBef>
                <a:spcPts val="0"/>
              </a:spcBef>
              <a:buNone/>
              <a:defRPr b="0" i="0" sz="1800" u="none" cap="none" strike="noStrike">
                <a:solidFill>
                  <a:srgbClr val="7F7F7F"/>
                </a:solidFill>
                <a:latin typeface="Arial"/>
                <a:ea typeface="Arial"/>
                <a:cs typeface="Arial"/>
                <a:sym typeface="Arial"/>
              </a:defRPr>
            </a:lvl2pPr>
            <a:lvl3pPr indent="0" lvl="2" marL="63500" marR="0" algn="l">
              <a:spcBef>
                <a:spcPts val="0"/>
              </a:spcBef>
              <a:buNone/>
              <a:defRPr b="0" i="0" sz="1800" u="none" cap="none" strike="noStrike">
                <a:solidFill>
                  <a:srgbClr val="7F7F7F"/>
                </a:solidFill>
                <a:latin typeface="Arial"/>
                <a:ea typeface="Arial"/>
                <a:cs typeface="Arial"/>
                <a:sym typeface="Arial"/>
              </a:defRPr>
            </a:lvl3pPr>
            <a:lvl4pPr indent="0" lvl="3" marL="63500" marR="0" algn="l">
              <a:spcBef>
                <a:spcPts val="0"/>
              </a:spcBef>
              <a:buNone/>
              <a:defRPr b="0" i="0" sz="1800" u="none" cap="none" strike="noStrike">
                <a:solidFill>
                  <a:srgbClr val="7F7F7F"/>
                </a:solidFill>
                <a:latin typeface="Arial"/>
                <a:ea typeface="Arial"/>
                <a:cs typeface="Arial"/>
                <a:sym typeface="Arial"/>
              </a:defRPr>
            </a:lvl4pPr>
            <a:lvl5pPr indent="0" lvl="4" marL="63500" marR="0" algn="l">
              <a:spcBef>
                <a:spcPts val="0"/>
              </a:spcBef>
              <a:buNone/>
              <a:defRPr b="0" i="0" sz="1800" u="none" cap="none" strike="noStrike">
                <a:solidFill>
                  <a:srgbClr val="7F7F7F"/>
                </a:solidFill>
                <a:latin typeface="Arial"/>
                <a:ea typeface="Arial"/>
                <a:cs typeface="Arial"/>
                <a:sym typeface="Arial"/>
              </a:defRPr>
            </a:lvl5pPr>
            <a:lvl6pPr indent="0" lvl="5" marL="63500" marR="0" algn="l">
              <a:spcBef>
                <a:spcPts val="0"/>
              </a:spcBef>
              <a:buNone/>
              <a:defRPr b="0" i="0" sz="1800" u="none" cap="none" strike="noStrike">
                <a:solidFill>
                  <a:srgbClr val="7F7F7F"/>
                </a:solidFill>
                <a:latin typeface="Arial"/>
                <a:ea typeface="Arial"/>
                <a:cs typeface="Arial"/>
                <a:sym typeface="Arial"/>
              </a:defRPr>
            </a:lvl6pPr>
            <a:lvl7pPr indent="0" lvl="6" marL="63500" marR="0" algn="l">
              <a:spcBef>
                <a:spcPts val="0"/>
              </a:spcBef>
              <a:buNone/>
              <a:defRPr b="0" i="0" sz="1800" u="none" cap="none" strike="noStrike">
                <a:solidFill>
                  <a:srgbClr val="7F7F7F"/>
                </a:solidFill>
                <a:latin typeface="Arial"/>
                <a:ea typeface="Arial"/>
                <a:cs typeface="Arial"/>
                <a:sym typeface="Arial"/>
              </a:defRPr>
            </a:lvl7pPr>
            <a:lvl8pPr indent="0" lvl="7" marL="63500" marR="0" algn="l">
              <a:spcBef>
                <a:spcPts val="0"/>
              </a:spcBef>
              <a:buNone/>
              <a:defRPr b="0" i="0" sz="1800" u="none" cap="none" strike="noStrike">
                <a:solidFill>
                  <a:srgbClr val="7F7F7F"/>
                </a:solidFill>
                <a:latin typeface="Arial"/>
                <a:ea typeface="Arial"/>
                <a:cs typeface="Arial"/>
                <a:sym typeface="Arial"/>
              </a:defRPr>
            </a:lvl8pPr>
            <a:lvl9pPr indent="0" lvl="8" marL="63500" marR="0" algn="l">
              <a:spcBef>
                <a:spcPts val="0"/>
              </a:spcBef>
              <a:buNone/>
              <a:defRPr b="0" i="0" sz="1800" u="none" cap="none" strike="noStrike">
                <a:solidFill>
                  <a:srgbClr val="7F7F7F"/>
                </a:solidFill>
                <a:latin typeface="Arial"/>
                <a:ea typeface="Arial"/>
                <a:cs typeface="Arial"/>
                <a:sym typeface="Arial"/>
              </a:defRPr>
            </a:lvl9pPr>
          </a:lstStyle>
          <a:p>
            <a:pPr indent="0" lvl="0" marL="635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74"/>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lvl1pPr lvl="0" algn="l">
              <a:spcBef>
                <a:spcPts val="0"/>
              </a:spcBef>
              <a:spcAft>
                <a:spcPts val="0"/>
              </a:spcAft>
              <a:buSzPts val="1400"/>
              <a:buNone/>
              <a:defRPr b="1" i="0" sz="48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74"/>
          <p:cNvSpPr txBox="1"/>
          <p:nvPr>
            <p:ph idx="1" type="body"/>
          </p:nvPr>
        </p:nvSpPr>
        <p:spPr>
          <a:xfrm>
            <a:off x="535941" y="1542814"/>
            <a:ext cx="8072119" cy="46166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30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 name="Google Shape;18;p74"/>
          <p:cNvSpPr txBox="1"/>
          <p:nvPr>
            <p:ph idx="11" type="ftr"/>
          </p:nvPr>
        </p:nvSpPr>
        <p:spPr>
          <a:xfrm>
            <a:off x="2769873" y="6533881"/>
            <a:ext cx="4062095"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800">
                <a:solidFill>
                  <a:srgbClr val="7F7F7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4"/>
          <p:cNvSpPr txBox="1"/>
          <p:nvPr>
            <p:ph idx="10" type="dt"/>
          </p:nvPr>
        </p:nvSpPr>
        <p:spPr>
          <a:xfrm>
            <a:off x="457200" y="6377941"/>
            <a:ext cx="210312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4"/>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lvl1pPr indent="0" lvl="0" marL="63500" marR="0" algn="l">
              <a:spcBef>
                <a:spcPts val="0"/>
              </a:spcBef>
              <a:buNone/>
              <a:defRPr b="0" i="0" sz="1800">
                <a:solidFill>
                  <a:srgbClr val="7F7F7F"/>
                </a:solidFill>
                <a:latin typeface="Arial"/>
                <a:ea typeface="Arial"/>
                <a:cs typeface="Arial"/>
                <a:sym typeface="Arial"/>
              </a:defRPr>
            </a:lvl1pPr>
            <a:lvl2pPr indent="0" lvl="1" marL="63500" marR="0" algn="l">
              <a:spcBef>
                <a:spcPts val="0"/>
              </a:spcBef>
              <a:buNone/>
              <a:defRPr b="0" i="0" sz="1800">
                <a:solidFill>
                  <a:srgbClr val="7F7F7F"/>
                </a:solidFill>
                <a:latin typeface="Arial"/>
                <a:ea typeface="Arial"/>
                <a:cs typeface="Arial"/>
                <a:sym typeface="Arial"/>
              </a:defRPr>
            </a:lvl2pPr>
            <a:lvl3pPr indent="0" lvl="2" marL="63500" marR="0" algn="l">
              <a:spcBef>
                <a:spcPts val="0"/>
              </a:spcBef>
              <a:buNone/>
              <a:defRPr b="0" i="0" sz="1800">
                <a:solidFill>
                  <a:srgbClr val="7F7F7F"/>
                </a:solidFill>
                <a:latin typeface="Arial"/>
                <a:ea typeface="Arial"/>
                <a:cs typeface="Arial"/>
                <a:sym typeface="Arial"/>
              </a:defRPr>
            </a:lvl3pPr>
            <a:lvl4pPr indent="0" lvl="3" marL="63500" marR="0" algn="l">
              <a:spcBef>
                <a:spcPts val="0"/>
              </a:spcBef>
              <a:buNone/>
              <a:defRPr b="0" i="0" sz="1800">
                <a:solidFill>
                  <a:srgbClr val="7F7F7F"/>
                </a:solidFill>
                <a:latin typeface="Arial"/>
                <a:ea typeface="Arial"/>
                <a:cs typeface="Arial"/>
                <a:sym typeface="Arial"/>
              </a:defRPr>
            </a:lvl4pPr>
            <a:lvl5pPr indent="0" lvl="4" marL="63500" marR="0" algn="l">
              <a:spcBef>
                <a:spcPts val="0"/>
              </a:spcBef>
              <a:buNone/>
              <a:defRPr b="0" i="0" sz="1800">
                <a:solidFill>
                  <a:srgbClr val="7F7F7F"/>
                </a:solidFill>
                <a:latin typeface="Arial"/>
                <a:ea typeface="Arial"/>
                <a:cs typeface="Arial"/>
                <a:sym typeface="Arial"/>
              </a:defRPr>
            </a:lvl5pPr>
            <a:lvl6pPr indent="0" lvl="5" marL="63500" marR="0" algn="l">
              <a:spcBef>
                <a:spcPts val="0"/>
              </a:spcBef>
              <a:buNone/>
              <a:defRPr b="0" i="0" sz="1800">
                <a:solidFill>
                  <a:srgbClr val="7F7F7F"/>
                </a:solidFill>
                <a:latin typeface="Arial"/>
                <a:ea typeface="Arial"/>
                <a:cs typeface="Arial"/>
                <a:sym typeface="Arial"/>
              </a:defRPr>
            </a:lvl6pPr>
            <a:lvl7pPr indent="0" lvl="6" marL="63500" marR="0" algn="l">
              <a:spcBef>
                <a:spcPts val="0"/>
              </a:spcBef>
              <a:buNone/>
              <a:defRPr b="0" i="0" sz="1800">
                <a:solidFill>
                  <a:srgbClr val="7F7F7F"/>
                </a:solidFill>
                <a:latin typeface="Arial"/>
                <a:ea typeface="Arial"/>
                <a:cs typeface="Arial"/>
                <a:sym typeface="Arial"/>
              </a:defRPr>
            </a:lvl7pPr>
            <a:lvl8pPr indent="0" lvl="7" marL="63500" marR="0" algn="l">
              <a:spcBef>
                <a:spcPts val="0"/>
              </a:spcBef>
              <a:buNone/>
              <a:defRPr b="0" i="0" sz="1800">
                <a:solidFill>
                  <a:srgbClr val="7F7F7F"/>
                </a:solidFill>
                <a:latin typeface="Arial"/>
                <a:ea typeface="Arial"/>
                <a:cs typeface="Arial"/>
                <a:sym typeface="Arial"/>
              </a:defRPr>
            </a:lvl8pPr>
            <a:lvl9pPr indent="0" lvl="8" marL="63500" marR="0" algn="l">
              <a:spcBef>
                <a:spcPts val="0"/>
              </a:spcBef>
              <a:buNone/>
              <a:defRPr b="0" i="0" sz="1800">
                <a:solidFill>
                  <a:srgbClr val="7F7F7F"/>
                </a:solidFill>
                <a:latin typeface="Arial"/>
                <a:ea typeface="Arial"/>
                <a:cs typeface="Arial"/>
                <a:sym typeface="Arial"/>
              </a:defRPr>
            </a:lvl9pPr>
          </a:lstStyle>
          <a:p>
            <a:pPr indent="0" lvl="0" marL="635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21" name="Shape 21"/>
        <p:cNvGrpSpPr/>
        <p:nvPr/>
      </p:nvGrpSpPr>
      <p:grpSpPr>
        <a:xfrm>
          <a:off x="0" y="0"/>
          <a:ext cx="0" cy="0"/>
          <a:chOff x="0" y="0"/>
          <a:chExt cx="0" cy="0"/>
        </a:xfrm>
      </p:grpSpPr>
      <p:sp>
        <p:nvSpPr>
          <p:cNvPr id="22" name="Google Shape;22;p75"/>
          <p:cNvSpPr txBox="1"/>
          <p:nvPr>
            <p:ph type="title"/>
          </p:nvPr>
        </p:nvSpPr>
        <p:spPr>
          <a:xfrm>
            <a:off x="20515" y="0"/>
            <a:ext cx="8077595" cy="61555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5"/>
          <p:cNvSpPr txBox="1"/>
          <p:nvPr>
            <p:ph idx="11" type="ftr"/>
          </p:nvPr>
        </p:nvSpPr>
        <p:spPr>
          <a:xfrm>
            <a:off x="2769873" y="6533881"/>
            <a:ext cx="4062095"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800">
                <a:solidFill>
                  <a:srgbClr val="7F7F7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75"/>
          <p:cNvSpPr txBox="1"/>
          <p:nvPr>
            <p:ph idx="10" type="dt"/>
          </p:nvPr>
        </p:nvSpPr>
        <p:spPr>
          <a:xfrm>
            <a:off x="457200" y="6377941"/>
            <a:ext cx="210312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75"/>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lvl1pPr indent="0" lvl="0" marL="63500" marR="0" algn="l">
              <a:spcBef>
                <a:spcPts val="0"/>
              </a:spcBef>
              <a:buNone/>
              <a:defRPr b="0" i="0" sz="1800">
                <a:solidFill>
                  <a:srgbClr val="7F7F7F"/>
                </a:solidFill>
                <a:latin typeface="Arial"/>
                <a:ea typeface="Arial"/>
                <a:cs typeface="Arial"/>
                <a:sym typeface="Arial"/>
              </a:defRPr>
            </a:lvl1pPr>
            <a:lvl2pPr indent="0" lvl="1" marL="63500" marR="0" algn="l">
              <a:spcBef>
                <a:spcPts val="0"/>
              </a:spcBef>
              <a:buNone/>
              <a:defRPr b="0" i="0" sz="1800">
                <a:solidFill>
                  <a:srgbClr val="7F7F7F"/>
                </a:solidFill>
                <a:latin typeface="Arial"/>
                <a:ea typeface="Arial"/>
                <a:cs typeface="Arial"/>
                <a:sym typeface="Arial"/>
              </a:defRPr>
            </a:lvl2pPr>
            <a:lvl3pPr indent="0" lvl="2" marL="63500" marR="0" algn="l">
              <a:spcBef>
                <a:spcPts val="0"/>
              </a:spcBef>
              <a:buNone/>
              <a:defRPr b="0" i="0" sz="1800">
                <a:solidFill>
                  <a:srgbClr val="7F7F7F"/>
                </a:solidFill>
                <a:latin typeface="Arial"/>
                <a:ea typeface="Arial"/>
                <a:cs typeface="Arial"/>
                <a:sym typeface="Arial"/>
              </a:defRPr>
            </a:lvl3pPr>
            <a:lvl4pPr indent="0" lvl="3" marL="63500" marR="0" algn="l">
              <a:spcBef>
                <a:spcPts val="0"/>
              </a:spcBef>
              <a:buNone/>
              <a:defRPr b="0" i="0" sz="1800">
                <a:solidFill>
                  <a:srgbClr val="7F7F7F"/>
                </a:solidFill>
                <a:latin typeface="Arial"/>
                <a:ea typeface="Arial"/>
                <a:cs typeface="Arial"/>
                <a:sym typeface="Arial"/>
              </a:defRPr>
            </a:lvl4pPr>
            <a:lvl5pPr indent="0" lvl="4" marL="63500" marR="0" algn="l">
              <a:spcBef>
                <a:spcPts val="0"/>
              </a:spcBef>
              <a:buNone/>
              <a:defRPr b="0" i="0" sz="1800">
                <a:solidFill>
                  <a:srgbClr val="7F7F7F"/>
                </a:solidFill>
                <a:latin typeface="Arial"/>
                <a:ea typeface="Arial"/>
                <a:cs typeface="Arial"/>
                <a:sym typeface="Arial"/>
              </a:defRPr>
            </a:lvl5pPr>
            <a:lvl6pPr indent="0" lvl="5" marL="63500" marR="0" algn="l">
              <a:spcBef>
                <a:spcPts val="0"/>
              </a:spcBef>
              <a:buNone/>
              <a:defRPr b="0" i="0" sz="1800">
                <a:solidFill>
                  <a:srgbClr val="7F7F7F"/>
                </a:solidFill>
                <a:latin typeface="Arial"/>
                <a:ea typeface="Arial"/>
                <a:cs typeface="Arial"/>
                <a:sym typeface="Arial"/>
              </a:defRPr>
            </a:lvl6pPr>
            <a:lvl7pPr indent="0" lvl="6" marL="63500" marR="0" algn="l">
              <a:spcBef>
                <a:spcPts val="0"/>
              </a:spcBef>
              <a:buNone/>
              <a:defRPr b="0" i="0" sz="1800">
                <a:solidFill>
                  <a:srgbClr val="7F7F7F"/>
                </a:solidFill>
                <a:latin typeface="Arial"/>
                <a:ea typeface="Arial"/>
                <a:cs typeface="Arial"/>
                <a:sym typeface="Arial"/>
              </a:defRPr>
            </a:lvl7pPr>
            <a:lvl8pPr indent="0" lvl="7" marL="63500" marR="0" algn="l">
              <a:spcBef>
                <a:spcPts val="0"/>
              </a:spcBef>
              <a:buNone/>
              <a:defRPr b="0" i="0" sz="1800">
                <a:solidFill>
                  <a:srgbClr val="7F7F7F"/>
                </a:solidFill>
                <a:latin typeface="Arial"/>
                <a:ea typeface="Arial"/>
                <a:cs typeface="Arial"/>
                <a:sym typeface="Arial"/>
              </a:defRPr>
            </a:lvl8pPr>
            <a:lvl9pPr indent="0" lvl="8" marL="63500" marR="0" algn="l">
              <a:spcBef>
                <a:spcPts val="0"/>
              </a:spcBef>
              <a:buNone/>
              <a:defRPr b="0" i="0" sz="1800">
                <a:solidFill>
                  <a:srgbClr val="7F7F7F"/>
                </a:solidFill>
                <a:latin typeface="Arial"/>
                <a:ea typeface="Arial"/>
                <a:cs typeface="Arial"/>
                <a:sym typeface="Arial"/>
              </a:defRPr>
            </a:lvl9pPr>
          </a:lstStyle>
          <a:p>
            <a:pPr indent="0" lvl="0" marL="635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26" name="Shape 26"/>
        <p:cNvGrpSpPr/>
        <p:nvPr/>
      </p:nvGrpSpPr>
      <p:grpSpPr>
        <a:xfrm>
          <a:off x="0" y="0"/>
          <a:ext cx="0" cy="0"/>
          <a:chOff x="0" y="0"/>
          <a:chExt cx="0" cy="0"/>
        </a:xfrm>
      </p:grpSpPr>
      <p:sp>
        <p:nvSpPr>
          <p:cNvPr id="27" name="Google Shape;27;p76"/>
          <p:cNvSpPr txBox="1"/>
          <p:nvPr>
            <p:ph type="title"/>
          </p:nvPr>
        </p:nvSpPr>
        <p:spPr>
          <a:xfrm>
            <a:off x="0" y="0"/>
            <a:ext cx="9144000" cy="61555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76"/>
          <p:cNvSpPr txBox="1"/>
          <p:nvPr>
            <p:ph idx="1" type="body"/>
          </p:nvPr>
        </p:nvSpPr>
        <p:spPr>
          <a:xfrm>
            <a:off x="457200" y="1577340"/>
            <a:ext cx="3977640" cy="46166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76"/>
          <p:cNvSpPr txBox="1"/>
          <p:nvPr>
            <p:ph idx="2" type="body"/>
          </p:nvPr>
        </p:nvSpPr>
        <p:spPr>
          <a:xfrm>
            <a:off x="4709159" y="1577340"/>
            <a:ext cx="3977640" cy="46166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76"/>
          <p:cNvSpPr txBox="1"/>
          <p:nvPr>
            <p:ph idx="11" type="ftr"/>
          </p:nvPr>
        </p:nvSpPr>
        <p:spPr>
          <a:xfrm>
            <a:off x="2769873" y="6533881"/>
            <a:ext cx="4062095"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800">
                <a:solidFill>
                  <a:srgbClr val="7F7F7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76"/>
          <p:cNvSpPr txBox="1"/>
          <p:nvPr>
            <p:ph idx="10" type="dt"/>
          </p:nvPr>
        </p:nvSpPr>
        <p:spPr>
          <a:xfrm>
            <a:off x="457200" y="6377941"/>
            <a:ext cx="210312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76"/>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lvl1pPr indent="0" lvl="0" marL="63500" marR="0" algn="l">
              <a:spcBef>
                <a:spcPts val="0"/>
              </a:spcBef>
              <a:buNone/>
              <a:defRPr b="0" i="0" sz="1800">
                <a:solidFill>
                  <a:srgbClr val="7F7F7F"/>
                </a:solidFill>
                <a:latin typeface="Arial"/>
                <a:ea typeface="Arial"/>
                <a:cs typeface="Arial"/>
                <a:sym typeface="Arial"/>
              </a:defRPr>
            </a:lvl1pPr>
            <a:lvl2pPr indent="0" lvl="1" marL="63500" marR="0" algn="l">
              <a:spcBef>
                <a:spcPts val="0"/>
              </a:spcBef>
              <a:buNone/>
              <a:defRPr b="0" i="0" sz="1800">
                <a:solidFill>
                  <a:srgbClr val="7F7F7F"/>
                </a:solidFill>
                <a:latin typeface="Arial"/>
                <a:ea typeface="Arial"/>
                <a:cs typeface="Arial"/>
                <a:sym typeface="Arial"/>
              </a:defRPr>
            </a:lvl2pPr>
            <a:lvl3pPr indent="0" lvl="2" marL="63500" marR="0" algn="l">
              <a:spcBef>
                <a:spcPts val="0"/>
              </a:spcBef>
              <a:buNone/>
              <a:defRPr b="0" i="0" sz="1800">
                <a:solidFill>
                  <a:srgbClr val="7F7F7F"/>
                </a:solidFill>
                <a:latin typeface="Arial"/>
                <a:ea typeface="Arial"/>
                <a:cs typeface="Arial"/>
                <a:sym typeface="Arial"/>
              </a:defRPr>
            </a:lvl3pPr>
            <a:lvl4pPr indent="0" lvl="3" marL="63500" marR="0" algn="l">
              <a:spcBef>
                <a:spcPts val="0"/>
              </a:spcBef>
              <a:buNone/>
              <a:defRPr b="0" i="0" sz="1800">
                <a:solidFill>
                  <a:srgbClr val="7F7F7F"/>
                </a:solidFill>
                <a:latin typeface="Arial"/>
                <a:ea typeface="Arial"/>
                <a:cs typeface="Arial"/>
                <a:sym typeface="Arial"/>
              </a:defRPr>
            </a:lvl4pPr>
            <a:lvl5pPr indent="0" lvl="4" marL="63500" marR="0" algn="l">
              <a:spcBef>
                <a:spcPts val="0"/>
              </a:spcBef>
              <a:buNone/>
              <a:defRPr b="0" i="0" sz="1800">
                <a:solidFill>
                  <a:srgbClr val="7F7F7F"/>
                </a:solidFill>
                <a:latin typeface="Arial"/>
                <a:ea typeface="Arial"/>
                <a:cs typeface="Arial"/>
                <a:sym typeface="Arial"/>
              </a:defRPr>
            </a:lvl5pPr>
            <a:lvl6pPr indent="0" lvl="5" marL="63500" marR="0" algn="l">
              <a:spcBef>
                <a:spcPts val="0"/>
              </a:spcBef>
              <a:buNone/>
              <a:defRPr b="0" i="0" sz="1800">
                <a:solidFill>
                  <a:srgbClr val="7F7F7F"/>
                </a:solidFill>
                <a:latin typeface="Arial"/>
                <a:ea typeface="Arial"/>
                <a:cs typeface="Arial"/>
                <a:sym typeface="Arial"/>
              </a:defRPr>
            </a:lvl6pPr>
            <a:lvl7pPr indent="0" lvl="6" marL="63500" marR="0" algn="l">
              <a:spcBef>
                <a:spcPts val="0"/>
              </a:spcBef>
              <a:buNone/>
              <a:defRPr b="0" i="0" sz="1800">
                <a:solidFill>
                  <a:srgbClr val="7F7F7F"/>
                </a:solidFill>
                <a:latin typeface="Arial"/>
                <a:ea typeface="Arial"/>
                <a:cs typeface="Arial"/>
                <a:sym typeface="Arial"/>
              </a:defRPr>
            </a:lvl7pPr>
            <a:lvl8pPr indent="0" lvl="7" marL="63500" marR="0" algn="l">
              <a:spcBef>
                <a:spcPts val="0"/>
              </a:spcBef>
              <a:buNone/>
              <a:defRPr b="0" i="0" sz="1800">
                <a:solidFill>
                  <a:srgbClr val="7F7F7F"/>
                </a:solidFill>
                <a:latin typeface="Arial"/>
                <a:ea typeface="Arial"/>
                <a:cs typeface="Arial"/>
                <a:sym typeface="Arial"/>
              </a:defRPr>
            </a:lvl8pPr>
            <a:lvl9pPr indent="0" lvl="8" marL="63500" marR="0" algn="l">
              <a:spcBef>
                <a:spcPts val="0"/>
              </a:spcBef>
              <a:buNone/>
              <a:defRPr b="0" i="0" sz="1800">
                <a:solidFill>
                  <a:srgbClr val="7F7F7F"/>
                </a:solidFill>
                <a:latin typeface="Arial"/>
                <a:ea typeface="Arial"/>
                <a:cs typeface="Arial"/>
                <a:sym typeface="Arial"/>
              </a:defRPr>
            </a:lvl9pPr>
          </a:lstStyle>
          <a:p>
            <a:pPr indent="0" lvl="0" marL="635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 name="Shape 33"/>
        <p:cNvGrpSpPr/>
        <p:nvPr/>
      </p:nvGrpSpPr>
      <p:grpSpPr>
        <a:xfrm>
          <a:off x="0" y="0"/>
          <a:ext cx="0" cy="0"/>
          <a:chOff x="0" y="0"/>
          <a:chExt cx="0" cy="0"/>
        </a:xfrm>
      </p:grpSpPr>
      <p:sp>
        <p:nvSpPr>
          <p:cNvPr id="34" name="Google Shape;34;p77"/>
          <p:cNvSpPr txBox="1"/>
          <p:nvPr>
            <p:ph type="ctrTitle"/>
          </p:nvPr>
        </p:nvSpPr>
        <p:spPr>
          <a:xfrm>
            <a:off x="685800" y="2125982"/>
            <a:ext cx="7772400" cy="61555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77"/>
          <p:cNvSpPr txBox="1"/>
          <p:nvPr>
            <p:ph idx="1" type="subTitle"/>
          </p:nvPr>
        </p:nvSpPr>
        <p:spPr>
          <a:xfrm>
            <a:off x="1371601" y="3840481"/>
            <a:ext cx="6400799" cy="4616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77"/>
          <p:cNvSpPr txBox="1"/>
          <p:nvPr>
            <p:ph idx="11" type="ftr"/>
          </p:nvPr>
        </p:nvSpPr>
        <p:spPr>
          <a:xfrm>
            <a:off x="2769873" y="6533881"/>
            <a:ext cx="4062095"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800">
                <a:solidFill>
                  <a:srgbClr val="7F7F7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77"/>
          <p:cNvSpPr txBox="1"/>
          <p:nvPr>
            <p:ph idx="10" type="dt"/>
          </p:nvPr>
        </p:nvSpPr>
        <p:spPr>
          <a:xfrm>
            <a:off x="457200" y="6377941"/>
            <a:ext cx="210312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7"/>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lvl1pPr indent="0" lvl="0" marL="63500" marR="0" algn="l">
              <a:spcBef>
                <a:spcPts val="0"/>
              </a:spcBef>
              <a:buNone/>
              <a:defRPr b="0" i="0" sz="1800">
                <a:solidFill>
                  <a:srgbClr val="7F7F7F"/>
                </a:solidFill>
                <a:latin typeface="Arial"/>
                <a:ea typeface="Arial"/>
                <a:cs typeface="Arial"/>
                <a:sym typeface="Arial"/>
              </a:defRPr>
            </a:lvl1pPr>
            <a:lvl2pPr indent="0" lvl="1" marL="63500" marR="0" algn="l">
              <a:spcBef>
                <a:spcPts val="0"/>
              </a:spcBef>
              <a:buNone/>
              <a:defRPr b="0" i="0" sz="1800">
                <a:solidFill>
                  <a:srgbClr val="7F7F7F"/>
                </a:solidFill>
                <a:latin typeface="Arial"/>
                <a:ea typeface="Arial"/>
                <a:cs typeface="Arial"/>
                <a:sym typeface="Arial"/>
              </a:defRPr>
            </a:lvl2pPr>
            <a:lvl3pPr indent="0" lvl="2" marL="63500" marR="0" algn="l">
              <a:spcBef>
                <a:spcPts val="0"/>
              </a:spcBef>
              <a:buNone/>
              <a:defRPr b="0" i="0" sz="1800">
                <a:solidFill>
                  <a:srgbClr val="7F7F7F"/>
                </a:solidFill>
                <a:latin typeface="Arial"/>
                <a:ea typeface="Arial"/>
                <a:cs typeface="Arial"/>
                <a:sym typeface="Arial"/>
              </a:defRPr>
            </a:lvl3pPr>
            <a:lvl4pPr indent="0" lvl="3" marL="63500" marR="0" algn="l">
              <a:spcBef>
                <a:spcPts val="0"/>
              </a:spcBef>
              <a:buNone/>
              <a:defRPr b="0" i="0" sz="1800">
                <a:solidFill>
                  <a:srgbClr val="7F7F7F"/>
                </a:solidFill>
                <a:latin typeface="Arial"/>
                <a:ea typeface="Arial"/>
                <a:cs typeface="Arial"/>
                <a:sym typeface="Arial"/>
              </a:defRPr>
            </a:lvl4pPr>
            <a:lvl5pPr indent="0" lvl="4" marL="63500" marR="0" algn="l">
              <a:spcBef>
                <a:spcPts val="0"/>
              </a:spcBef>
              <a:buNone/>
              <a:defRPr b="0" i="0" sz="1800">
                <a:solidFill>
                  <a:srgbClr val="7F7F7F"/>
                </a:solidFill>
                <a:latin typeface="Arial"/>
                <a:ea typeface="Arial"/>
                <a:cs typeface="Arial"/>
                <a:sym typeface="Arial"/>
              </a:defRPr>
            </a:lvl5pPr>
            <a:lvl6pPr indent="0" lvl="5" marL="63500" marR="0" algn="l">
              <a:spcBef>
                <a:spcPts val="0"/>
              </a:spcBef>
              <a:buNone/>
              <a:defRPr b="0" i="0" sz="1800">
                <a:solidFill>
                  <a:srgbClr val="7F7F7F"/>
                </a:solidFill>
                <a:latin typeface="Arial"/>
                <a:ea typeface="Arial"/>
                <a:cs typeface="Arial"/>
                <a:sym typeface="Arial"/>
              </a:defRPr>
            </a:lvl6pPr>
            <a:lvl7pPr indent="0" lvl="6" marL="63500" marR="0" algn="l">
              <a:spcBef>
                <a:spcPts val="0"/>
              </a:spcBef>
              <a:buNone/>
              <a:defRPr b="0" i="0" sz="1800">
                <a:solidFill>
                  <a:srgbClr val="7F7F7F"/>
                </a:solidFill>
                <a:latin typeface="Arial"/>
                <a:ea typeface="Arial"/>
                <a:cs typeface="Arial"/>
                <a:sym typeface="Arial"/>
              </a:defRPr>
            </a:lvl7pPr>
            <a:lvl8pPr indent="0" lvl="7" marL="63500" marR="0" algn="l">
              <a:spcBef>
                <a:spcPts val="0"/>
              </a:spcBef>
              <a:buNone/>
              <a:defRPr b="0" i="0" sz="1800">
                <a:solidFill>
                  <a:srgbClr val="7F7F7F"/>
                </a:solidFill>
                <a:latin typeface="Arial"/>
                <a:ea typeface="Arial"/>
                <a:cs typeface="Arial"/>
                <a:sym typeface="Arial"/>
              </a:defRPr>
            </a:lvl8pPr>
            <a:lvl9pPr indent="0" lvl="8" marL="63500" marR="0" algn="l">
              <a:spcBef>
                <a:spcPts val="0"/>
              </a:spcBef>
              <a:buNone/>
              <a:defRPr b="0" i="0" sz="1800">
                <a:solidFill>
                  <a:srgbClr val="7F7F7F"/>
                </a:solidFill>
                <a:latin typeface="Arial"/>
                <a:ea typeface="Arial"/>
                <a:cs typeface="Arial"/>
                <a:sym typeface="Arial"/>
              </a:defRPr>
            </a:lvl9pPr>
          </a:lstStyle>
          <a:p>
            <a:pPr indent="0" lvl="0" marL="635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2"/>
          <p:cNvSpPr txBox="1"/>
          <p:nvPr>
            <p:ph type="title"/>
          </p:nvPr>
        </p:nvSpPr>
        <p:spPr>
          <a:xfrm>
            <a:off x="20515" y="0"/>
            <a:ext cx="8077595" cy="615553"/>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0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2"/>
          <p:cNvSpPr txBox="1"/>
          <p:nvPr>
            <p:ph idx="1" type="body"/>
          </p:nvPr>
        </p:nvSpPr>
        <p:spPr>
          <a:xfrm>
            <a:off x="535941" y="1542814"/>
            <a:ext cx="8072119" cy="46166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30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72"/>
          <p:cNvSpPr txBox="1"/>
          <p:nvPr>
            <p:ph idx="11" type="ftr"/>
          </p:nvPr>
        </p:nvSpPr>
        <p:spPr>
          <a:xfrm>
            <a:off x="2769873" y="6533881"/>
            <a:ext cx="4062095" cy="27699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7F7F7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72"/>
          <p:cNvSpPr txBox="1"/>
          <p:nvPr>
            <p:ph idx="10" type="dt"/>
          </p:nvPr>
        </p:nvSpPr>
        <p:spPr>
          <a:xfrm>
            <a:off x="457200" y="6377941"/>
            <a:ext cx="2103120" cy="27699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72"/>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lvl1pPr indent="0" lvl="0" marL="63500" marR="0" rtl="0" algn="l">
              <a:spcBef>
                <a:spcPts val="0"/>
              </a:spcBef>
              <a:buNone/>
              <a:defRPr b="0" i="0" sz="1800" u="none" cap="none" strike="noStrike">
                <a:solidFill>
                  <a:srgbClr val="7F7F7F"/>
                </a:solidFill>
                <a:latin typeface="Arial"/>
                <a:ea typeface="Arial"/>
                <a:cs typeface="Arial"/>
                <a:sym typeface="Arial"/>
              </a:defRPr>
            </a:lvl1pPr>
            <a:lvl2pPr indent="0" lvl="1" marL="63500" marR="0" rtl="0" algn="l">
              <a:spcBef>
                <a:spcPts val="0"/>
              </a:spcBef>
              <a:buNone/>
              <a:defRPr b="0" i="0" sz="1800" u="none" cap="none" strike="noStrike">
                <a:solidFill>
                  <a:srgbClr val="7F7F7F"/>
                </a:solidFill>
                <a:latin typeface="Arial"/>
                <a:ea typeface="Arial"/>
                <a:cs typeface="Arial"/>
                <a:sym typeface="Arial"/>
              </a:defRPr>
            </a:lvl2pPr>
            <a:lvl3pPr indent="0" lvl="2" marL="63500" marR="0" rtl="0" algn="l">
              <a:spcBef>
                <a:spcPts val="0"/>
              </a:spcBef>
              <a:buNone/>
              <a:defRPr b="0" i="0" sz="1800" u="none" cap="none" strike="noStrike">
                <a:solidFill>
                  <a:srgbClr val="7F7F7F"/>
                </a:solidFill>
                <a:latin typeface="Arial"/>
                <a:ea typeface="Arial"/>
                <a:cs typeface="Arial"/>
                <a:sym typeface="Arial"/>
              </a:defRPr>
            </a:lvl3pPr>
            <a:lvl4pPr indent="0" lvl="3" marL="63500" marR="0" rtl="0" algn="l">
              <a:spcBef>
                <a:spcPts val="0"/>
              </a:spcBef>
              <a:buNone/>
              <a:defRPr b="0" i="0" sz="1800" u="none" cap="none" strike="noStrike">
                <a:solidFill>
                  <a:srgbClr val="7F7F7F"/>
                </a:solidFill>
                <a:latin typeface="Arial"/>
                <a:ea typeface="Arial"/>
                <a:cs typeface="Arial"/>
                <a:sym typeface="Arial"/>
              </a:defRPr>
            </a:lvl4pPr>
            <a:lvl5pPr indent="0" lvl="4" marL="63500" marR="0" rtl="0" algn="l">
              <a:spcBef>
                <a:spcPts val="0"/>
              </a:spcBef>
              <a:buNone/>
              <a:defRPr b="0" i="0" sz="1800" u="none" cap="none" strike="noStrike">
                <a:solidFill>
                  <a:srgbClr val="7F7F7F"/>
                </a:solidFill>
                <a:latin typeface="Arial"/>
                <a:ea typeface="Arial"/>
                <a:cs typeface="Arial"/>
                <a:sym typeface="Arial"/>
              </a:defRPr>
            </a:lvl5pPr>
            <a:lvl6pPr indent="0" lvl="5" marL="63500" marR="0" rtl="0" algn="l">
              <a:spcBef>
                <a:spcPts val="0"/>
              </a:spcBef>
              <a:buNone/>
              <a:defRPr b="0" i="0" sz="1800" u="none" cap="none" strike="noStrike">
                <a:solidFill>
                  <a:srgbClr val="7F7F7F"/>
                </a:solidFill>
                <a:latin typeface="Arial"/>
                <a:ea typeface="Arial"/>
                <a:cs typeface="Arial"/>
                <a:sym typeface="Arial"/>
              </a:defRPr>
            </a:lvl6pPr>
            <a:lvl7pPr indent="0" lvl="6" marL="63500" marR="0" rtl="0" algn="l">
              <a:spcBef>
                <a:spcPts val="0"/>
              </a:spcBef>
              <a:buNone/>
              <a:defRPr b="0" i="0" sz="1800" u="none" cap="none" strike="noStrike">
                <a:solidFill>
                  <a:srgbClr val="7F7F7F"/>
                </a:solidFill>
                <a:latin typeface="Arial"/>
                <a:ea typeface="Arial"/>
                <a:cs typeface="Arial"/>
                <a:sym typeface="Arial"/>
              </a:defRPr>
            </a:lvl7pPr>
            <a:lvl8pPr indent="0" lvl="7" marL="63500" marR="0" rtl="0" algn="l">
              <a:spcBef>
                <a:spcPts val="0"/>
              </a:spcBef>
              <a:buNone/>
              <a:defRPr b="0" i="0" sz="1800" u="none" cap="none" strike="noStrike">
                <a:solidFill>
                  <a:srgbClr val="7F7F7F"/>
                </a:solidFill>
                <a:latin typeface="Arial"/>
                <a:ea typeface="Arial"/>
                <a:cs typeface="Arial"/>
                <a:sym typeface="Arial"/>
              </a:defRPr>
            </a:lvl8pPr>
            <a:lvl9pPr indent="0" lvl="8" marL="63500" marR="0" rtl="0" algn="l">
              <a:spcBef>
                <a:spcPts val="0"/>
              </a:spcBef>
              <a:buNone/>
              <a:defRPr b="0" i="0" sz="1800" u="none" cap="none" strike="noStrike">
                <a:solidFill>
                  <a:srgbClr val="7F7F7F"/>
                </a:solidFill>
                <a:latin typeface="Arial"/>
                <a:ea typeface="Arial"/>
                <a:cs typeface="Arial"/>
                <a:sym typeface="Arial"/>
              </a:defRPr>
            </a:lvl9pPr>
          </a:lstStyle>
          <a:p>
            <a:pPr indent="0" lvl="0" marL="6350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4.png"/><Relationship Id="rId4" Type="http://schemas.openxmlformats.org/officeDocument/2006/relationships/image" Target="../media/image15.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4.png"/><Relationship Id="rId4"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1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1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1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8.jp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8.jp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8.jp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8.jpg"/><Relationship Id="rId4" Type="http://schemas.openxmlformats.org/officeDocument/2006/relationships/image" Target="../media/image14.png"/><Relationship Id="rId5" Type="http://schemas.openxmlformats.org/officeDocument/2006/relationships/image" Target="../media/image2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 name="Shape 42"/>
        <p:cNvGrpSpPr/>
        <p:nvPr/>
      </p:nvGrpSpPr>
      <p:grpSpPr>
        <a:xfrm>
          <a:off x="0" y="0"/>
          <a:ext cx="0" cy="0"/>
          <a:chOff x="0" y="0"/>
          <a:chExt cx="0" cy="0"/>
        </a:xfrm>
      </p:grpSpPr>
      <p:sp>
        <p:nvSpPr>
          <p:cNvPr id="43" name="Google Shape;43;p1"/>
          <p:cNvSpPr txBox="1"/>
          <p:nvPr/>
        </p:nvSpPr>
        <p:spPr>
          <a:xfrm>
            <a:off x="2138937" y="3038322"/>
            <a:ext cx="4863465" cy="135421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4400" u="none" cap="none" strike="noStrike">
                <a:solidFill>
                  <a:srgbClr val="C00000"/>
                </a:solidFill>
                <a:latin typeface="Arial"/>
                <a:ea typeface="Arial"/>
                <a:cs typeface="Arial"/>
                <a:sym typeface="Arial"/>
              </a:rPr>
              <a:t>Black-Box Testing</a:t>
            </a:r>
            <a:endParaRPr b="0" i="0" sz="4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1" i="0" lang="en-US" sz="4400" u="none" cap="none" strike="noStrike">
                <a:solidFill>
                  <a:srgbClr val="C00000"/>
                </a:solidFill>
                <a:latin typeface="Arial"/>
                <a:ea typeface="Arial"/>
                <a:cs typeface="Arial"/>
                <a:sym typeface="Arial"/>
              </a:rPr>
              <a:t>Techniques</a:t>
            </a:r>
            <a:endParaRPr b="0" i="0" sz="4400" u="none" cap="none" strike="noStrike">
              <a:solidFill>
                <a:schemeClr val="dk1"/>
              </a:solidFill>
              <a:latin typeface="Arial"/>
              <a:ea typeface="Arial"/>
              <a:cs typeface="Arial"/>
              <a:sym typeface="Arial"/>
            </a:endParaRPr>
          </a:p>
        </p:txBody>
      </p:sp>
      <p:sp>
        <p:nvSpPr>
          <p:cNvPr id="44" name="Google Shape;44;p1"/>
          <p:cNvSpPr/>
          <p:nvPr/>
        </p:nvSpPr>
        <p:spPr>
          <a:xfrm>
            <a:off x="0" y="0"/>
            <a:ext cx="9144000" cy="914400"/>
          </a:xfrm>
          <a:prstGeom prst="rect">
            <a:avLst/>
          </a:prstGeom>
          <a:solidFill>
            <a:srgbClr val="00206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 name="Shape 48"/>
        <p:cNvGrpSpPr/>
        <p:nvPr/>
      </p:nvGrpSpPr>
      <p:grpSpPr>
        <a:xfrm>
          <a:off x="0" y="0"/>
          <a:ext cx="0" cy="0"/>
          <a:chOff x="0" y="0"/>
          <a:chExt cx="0" cy="0"/>
        </a:xfrm>
      </p:grpSpPr>
      <p:sp>
        <p:nvSpPr>
          <p:cNvPr id="49" name="Google Shape;49;p2"/>
          <p:cNvSpPr txBox="1"/>
          <p:nvPr/>
        </p:nvSpPr>
        <p:spPr>
          <a:xfrm>
            <a:off x="457200" y="1447800"/>
            <a:ext cx="8229600" cy="923330"/>
          </a:xfrm>
          <a:prstGeom prst="rect">
            <a:avLst/>
          </a:prstGeom>
          <a:solidFill>
            <a:srgbClr val="F2F2F2"/>
          </a:solidFill>
          <a:ln cap="flat" cmpd="sng" w="9525">
            <a:solidFill>
              <a:srgbClr val="7F7F7F"/>
            </a:solidFill>
            <a:prstDash val="solid"/>
            <a:round/>
            <a:headEnd len="sm" w="sm" type="none"/>
            <a:tailEnd len="sm" w="sm" type="none"/>
          </a:ln>
        </p:spPr>
        <p:txBody>
          <a:bodyPr anchorCtr="0" anchor="t" bIns="0" lIns="0" spcFirstLastPara="1" rIns="0" wrap="square" tIns="0">
            <a:spAutoFit/>
          </a:bodyPr>
          <a:lstStyle/>
          <a:p>
            <a:pPr indent="-342900" lvl="0" marL="429259" marR="1328420" rtl="0" algn="l">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A strategy in which testing is based on </a:t>
            </a:r>
            <a:r>
              <a:rPr lang="en-US" sz="3000">
                <a:solidFill>
                  <a:srgbClr val="C00000"/>
                </a:solidFill>
                <a:latin typeface="Arial"/>
                <a:ea typeface="Arial"/>
                <a:cs typeface="Arial"/>
                <a:sym typeface="Arial"/>
              </a:rPr>
              <a:t>requirements </a:t>
            </a:r>
            <a:r>
              <a:rPr lang="en-US" sz="3000">
                <a:solidFill>
                  <a:schemeClr val="dk1"/>
                </a:solidFill>
                <a:latin typeface="Arial"/>
                <a:ea typeface="Arial"/>
                <a:cs typeface="Arial"/>
                <a:sym typeface="Arial"/>
              </a:rPr>
              <a:t>and </a:t>
            </a:r>
            <a:r>
              <a:rPr lang="en-US" sz="3000">
                <a:solidFill>
                  <a:srgbClr val="C00000"/>
                </a:solidFill>
                <a:latin typeface="Arial"/>
                <a:ea typeface="Arial"/>
                <a:cs typeface="Arial"/>
                <a:sym typeface="Arial"/>
              </a:rPr>
              <a:t>specifications</a:t>
            </a:r>
            <a:endParaRPr sz="3000">
              <a:solidFill>
                <a:schemeClr val="dk1"/>
              </a:solidFill>
              <a:latin typeface="Arial"/>
              <a:ea typeface="Arial"/>
              <a:cs typeface="Arial"/>
              <a:sym typeface="Arial"/>
            </a:endParaRPr>
          </a:p>
        </p:txBody>
      </p:sp>
      <p:sp>
        <p:nvSpPr>
          <p:cNvPr id="50" name="Google Shape;50;p2"/>
          <p:cNvSpPr txBox="1"/>
          <p:nvPr>
            <p:ph type="title"/>
          </p:nvPr>
        </p:nvSpPr>
        <p:spPr>
          <a:xfrm>
            <a:off x="0" y="0"/>
            <a:ext cx="9144000" cy="838200"/>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Black-Box Testing Techniques</a:t>
            </a:r>
            <a:endParaRPr/>
          </a:p>
        </p:txBody>
      </p:sp>
      <p:sp>
        <p:nvSpPr>
          <p:cNvPr id="51" name="Google Shape;51;p2"/>
          <p:cNvSpPr txBox="1"/>
          <p:nvPr/>
        </p:nvSpPr>
        <p:spPr>
          <a:xfrm>
            <a:off x="535940" y="2838595"/>
            <a:ext cx="6084600" cy="923400"/>
          </a:xfrm>
          <a:prstGeom prst="rect">
            <a:avLst/>
          </a:prstGeom>
          <a:noFill/>
          <a:ln>
            <a:noFill/>
          </a:ln>
        </p:spPr>
        <p:txBody>
          <a:bodyPr anchorCtr="0" anchor="t" bIns="0" lIns="0" spcFirstLastPara="1" rIns="0" wrap="square" tIns="0">
            <a:spAutoFit/>
          </a:bodyPr>
          <a:lstStyle/>
          <a:p>
            <a:pPr indent="-342900" lvl="0" marL="355600" marR="0" rtl="0" algn="l">
              <a:spcBef>
                <a:spcPts val="0"/>
              </a:spcBef>
              <a:spcAft>
                <a:spcPts val="0"/>
              </a:spcAft>
              <a:buClr>
                <a:schemeClr val="dk1"/>
              </a:buClr>
              <a:buSzPts val="3000"/>
              <a:buFont typeface="Noto Sans Symbols"/>
              <a:buChar char="▪"/>
            </a:pPr>
            <a:r>
              <a:rPr b="1" lang="en-US" sz="3000">
                <a:solidFill>
                  <a:schemeClr val="dk1"/>
                </a:solidFill>
                <a:latin typeface="Arial"/>
                <a:ea typeface="Arial"/>
                <a:cs typeface="Arial"/>
                <a:sym typeface="Arial"/>
              </a:rPr>
              <a:t>Applicability: </a:t>
            </a:r>
            <a:r>
              <a:rPr lang="en-US" sz="3000">
                <a:solidFill>
                  <a:schemeClr val="dk1"/>
                </a:solidFill>
                <a:latin typeface="Arial"/>
                <a:ea typeface="Arial"/>
                <a:cs typeface="Arial"/>
                <a:sym typeface="Arial"/>
              </a:rPr>
              <a:t>All levels of system development</a:t>
            </a:r>
            <a:endParaRPr/>
          </a:p>
        </p:txBody>
      </p:sp>
      <p:sp>
        <p:nvSpPr>
          <p:cNvPr id="52" name="Google Shape;52;p2"/>
          <p:cNvSpPr txBox="1"/>
          <p:nvPr/>
        </p:nvSpPr>
        <p:spPr>
          <a:xfrm>
            <a:off x="874527" y="3984661"/>
            <a:ext cx="2105100" cy="1911300"/>
          </a:xfrm>
          <a:prstGeom prst="rect">
            <a:avLst/>
          </a:prstGeom>
          <a:noFill/>
          <a:ln>
            <a:noFill/>
          </a:ln>
        </p:spPr>
        <p:txBody>
          <a:bodyPr anchorCtr="0" anchor="t" bIns="0" lIns="0" spcFirstLastPara="1" rIns="0" wrap="square" tIns="0">
            <a:spAutoFit/>
          </a:bodyPr>
          <a:lstStyle/>
          <a:p>
            <a:pPr indent="-286385" lvl="0" marL="299085" marR="0" rtl="0" algn="l">
              <a:spcBef>
                <a:spcPts val="0"/>
              </a:spcBef>
              <a:spcAft>
                <a:spcPts val="0"/>
              </a:spcAft>
              <a:buClr>
                <a:schemeClr val="dk1"/>
              </a:buClr>
              <a:buSzPts val="2700"/>
              <a:buFont typeface="Noto Sans Symbols"/>
              <a:buChar char="▪"/>
            </a:pPr>
            <a:r>
              <a:rPr lang="en-US" sz="2700">
                <a:solidFill>
                  <a:schemeClr val="dk1"/>
                </a:solidFill>
                <a:latin typeface="Arial"/>
                <a:ea typeface="Arial"/>
                <a:cs typeface="Arial"/>
                <a:sym typeface="Arial"/>
              </a:rPr>
              <a:t>Unit</a:t>
            </a:r>
            <a:endParaRPr/>
          </a:p>
          <a:p>
            <a:pPr indent="-286385" lvl="0" marL="299085" marR="0" rtl="0" algn="l">
              <a:spcBef>
                <a:spcPts val="645"/>
              </a:spcBef>
              <a:spcAft>
                <a:spcPts val="0"/>
              </a:spcAft>
              <a:buClr>
                <a:schemeClr val="dk1"/>
              </a:buClr>
              <a:buSzPts val="2700"/>
              <a:buFont typeface="Noto Sans Symbols"/>
              <a:buChar char="▪"/>
            </a:pPr>
            <a:r>
              <a:rPr lang="en-US" sz="2700">
                <a:solidFill>
                  <a:schemeClr val="dk1"/>
                </a:solidFill>
                <a:latin typeface="Arial"/>
                <a:ea typeface="Arial"/>
                <a:cs typeface="Arial"/>
                <a:sym typeface="Arial"/>
              </a:rPr>
              <a:t>Integration</a:t>
            </a:r>
            <a:endParaRPr/>
          </a:p>
          <a:p>
            <a:pPr indent="-286385" lvl="0" marL="299085" marR="0" rtl="0" algn="l">
              <a:spcBef>
                <a:spcPts val="645"/>
              </a:spcBef>
              <a:spcAft>
                <a:spcPts val="0"/>
              </a:spcAft>
              <a:buClr>
                <a:schemeClr val="dk1"/>
              </a:buClr>
              <a:buSzPts val="2700"/>
              <a:buFont typeface="Noto Sans Symbols"/>
              <a:buChar char="▪"/>
            </a:pPr>
            <a:r>
              <a:rPr lang="en-US" sz="2700">
                <a:solidFill>
                  <a:schemeClr val="dk1"/>
                </a:solidFill>
                <a:latin typeface="Arial"/>
                <a:ea typeface="Arial"/>
                <a:cs typeface="Arial"/>
                <a:sym typeface="Arial"/>
              </a:rPr>
              <a:t>System</a:t>
            </a:r>
            <a:endParaRPr/>
          </a:p>
          <a:p>
            <a:pPr indent="-286385" lvl="0" marL="299085" marR="0" rtl="0" algn="l">
              <a:spcBef>
                <a:spcPts val="650"/>
              </a:spcBef>
              <a:spcAft>
                <a:spcPts val="0"/>
              </a:spcAft>
              <a:buClr>
                <a:schemeClr val="dk1"/>
              </a:buClr>
              <a:buSzPts val="2700"/>
              <a:buFont typeface="Noto Sans Symbols"/>
              <a:buChar char="▪"/>
            </a:pPr>
            <a:r>
              <a:rPr lang="en-US" sz="2700">
                <a:solidFill>
                  <a:schemeClr val="dk1"/>
                </a:solidFill>
                <a:latin typeface="Arial"/>
                <a:ea typeface="Arial"/>
                <a:cs typeface="Arial"/>
                <a:sym typeface="Arial"/>
              </a:rPr>
              <a:t>Acceptance</a:t>
            </a:r>
            <a:endParaRPr/>
          </a:p>
        </p:txBody>
      </p:sp>
      <p:sp>
        <p:nvSpPr>
          <p:cNvPr id="53" name="Google Shape;53;p2"/>
          <p:cNvSpPr/>
          <p:nvPr/>
        </p:nvSpPr>
        <p:spPr>
          <a:xfrm>
            <a:off x="4053077" y="4572000"/>
            <a:ext cx="1521460" cy="160020"/>
          </a:xfrm>
          <a:custGeom>
            <a:rect b="b" l="l" r="r" t="t"/>
            <a:pathLst>
              <a:path extrusionOk="0" h="160020" w="1521460">
                <a:moveTo>
                  <a:pt x="1425336" y="80009"/>
                </a:moveTo>
                <a:lnTo>
                  <a:pt x="1361328" y="160019"/>
                </a:lnTo>
                <a:lnTo>
                  <a:pt x="1489344" y="96011"/>
                </a:lnTo>
                <a:lnTo>
                  <a:pt x="1425336" y="96011"/>
                </a:lnTo>
                <a:lnTo>
                  <a:pt x="1425336" y="80009"/>
                </a:lnTo>
                <a:close/>
              </a:path>
              <a:path extrusionOk="0" h="160020" w="1521460">
                <a:moveTo>
                  <a:pt x="1412534" y="64007"/>
                </a:moveTo>
                <a:lnTo>
                  <a:pt x="0" y="64007"/>
                </a:lnTo>
                <a:lnTo>
                  <a:pt x="0" y="96011"/>
                </a:lnTo>
                <a:lnTo>
                  <a:pt x="1412534" y="96011"/>
                </a:lnTo>
                <a:lnTo>
                  <a:pt x="1425336" y="80009"/>
                </a:lnTo>
                <a:lnTo>
                  <a:pt x="1412534" y="64007"/>
                </a:lnTo>
                <a:close/>
              </a:path>
              <a:path extrusionOk="0" h="160020" w="1521460">
                <a:moveTo>
                  <a:pt x="1489344" y="64007"/>
                </a:moveTo>
                <a:lnTo>
                  <a:pt x="1425336" y="64007"/>
                </a:lnTo>
                <a:lnTo>
                  <a:pt x="1425336" y="96011"/>
                </a:lnTo>
                <a:lnTo>
                  <a:pt x="1489344" y="96011"/>
                </a:lnTo>
                <a:lnTo>
                  <a:pt x="1521348" y="80009"/>
                </a:lnTo>
                <a:lnTo>
                  <a:pt x="1489344" y="64007"/>
                </a:lnTo>
                <a:close/>
              </a:path>
              <a:path extrusionOk="0" h="160020" w="1521460">
                <a:moveTo>
                  <a:pt x="1361328" y="0"/>
                </a:moveTo>
                <a:lnTo>
                  <a:pt x="1425336" y="80009"/>
                </a:lnTo>
                <a:lnTo>
                  <a:pt x="1425336" y="64007"/>
                </a:lnTo>
                <a:lnTo>
                  <a:pt x="1489344" y="64007"/>
                </a:lnTo>
                <a:lnTo>
                  <a:pt x="136132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2"/>
          <p:cNvSpPr/>
          <p:nvPr/>
        </p:nvSpPr>
        <p:spPr>
          <a:xfrm>
            <a:off x="4053077" y="4860035"/>
            <a:ext cx="1521460" cy="160020"/>
          </a:xfrm>
          <a:custGeom>
            <a:rect b="b" l="l" r="r" t="t"/>
            <a:pathLst>
              <a:path extrusionOk="0" h="160020" w="1521460">
                <a:moveTo>
                  <a:pt x="1425336" y="80009"/>
                </a:moveTo>
                <a:lnTo>
                  <a:pt x="1361328" y="160019"/>
                </a:lnTo>
                <a:lnTo>
                  <a:pt x="1489344" y="96011"/>
                </a:lnTo>
                <a:lnTo>
                  <a:pt x="1425336" y="96011"/>
                </a:lnTo>
                <a:lnTo>
                  <a:pt x="1425336" y="80009"/>
                </a:lnTo>
                <a:close/>
              </a:path>
              <a:path extrusionOk="0" h="160020" w="1521460">
                <a:moveTo>
                  <a:pt x="1412534" y="64007"/>
                </a:moveTo>
                <a:lnTo>
                  <a:pt x="0" y="64007"/>
                </a:lnTo>
                <a:lnTo>
                  <a:pt x="0" y="96011"/>
                </a:lnTo>
                <a:lnTo>
                  <a:pt x="1412534" y="96011"/>
                </a:lnTo>
                <a:lnTo>
                  <a:pt x="1425336" y="80009"/>
                </a:lnTo>
                <a:lnTo>
                  <a:pt x="1412534" y="64007"/>
                </a:lnTo>
                <a:close/>
              </a:path>
              <a:path extrusionOk="0" h="160020" w="1521460">
                <a:moveTo>
                  <a:pt x="1489344" y="64007"/>
                </a:moveTo>
                <a:lnTo>
                  <a:pt x="1425336" y="64007"/>
                </a:lnTo>
                <a:lnTo>
                  <a:pt x="1425336" y="96011"/>
                </a:lnTo>
                <a:lnTo>
                  <a:pt x="1489344" y="96011"/>
                </a:lnTo>
                <a:lnTo>
                  <a:pt x="1521348" y="80009"/>
                </a:lnTo>
                <a:lnTo>
                  <a:pt x="1489344" y="64007"/>
                </a:lnTo>
                <a:close/>
              </a:path>
              <a:path extrusionOk="0" h="160020" w="1521460">
                <a:moveTo>
                  <a:pt x="1361328" y="0"/>
                </a:moveTo>
                <a:lnTo>
                  <a:pt x="1425336" y="80009"/>
                </a:lnTo>
                <a:lnTo>
                  <a:pt x="1425336" y="64007"/>
                </a:lnTo>
                <a:lnTo>
                  <a:pt x="1489344" y="64007"/>
                </a:lnTo>
                <a:lnTo>
                  <a:pt x="136132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2"/>
          <p:cNvSpPr/>
          <p:nvPr/>
        </p:nvSpPr>
        <p:spPr>
          <a:xfrm>
            <a:off x="4053077" y="5151120"/>
            <a:ext cx="1521460" cy="160020"/>
          </a:xfrm>
          <a:custGeom>
            <a:rect b="b" l="l" r="r" t="t"/>
            <a:pathLst>
              <a:path extrusionOk="0" h="160020" w="1521460">
                <a:moveTo>
                  <a:pt x="1425336" y="80009"/>
                </a:moveTo>
                <a:lnTo>
                  <a:pt x="1361328" y="160019"/>
                </a:lnTo>
                <a:lnTo>
                  <a:pt x="1489344" y="96011"/>
                </a:lnTo>
                <a:lnTo>
                  <a:pt x="1425336" y="96011"/>
                </a:lnTo>
                <a:lnTo>
                  <a:pt x="1425336" y="80009"/>
                </a:lnTo>
                <a:close/>
              </a:path>
              <a:path extrusionOk="0" h="160020" w="1521460">
                <a:moveTo>
                  <a:pt x="1412534" y="64007"/>
                </a:moveTo>
                <a:lnTo>
                  <a:pt x="0" y="64007"/>
                </a:lnTo>
                <a:lnTo>
                  <a:pt x="0" y="96011"/>
                </a:lnTo>
                <a:lnTo>
                  <a:pt x="1412534" y="96011"/>
                </a:lnTo>
                <a:lnTo>
                  <a:pt x="1425336" y="80009"/>
                </a:lnTo>
                <a:lnTo>
                  <a:pt x="1412534" y="64007"/>
                </a:lnTo>
                <a:close/>
              </a:path>
              <a:path extrusionOk="0" h="160020" w="1521460">
                <a:moveTo>
                  <a:pt x="1489344" y="64007"/>
                </a:moveTo>
                <a:lnTo>
                  <a:pt x="1425336" y="64007"/>
                </a:lnTo>
                <a:lnTo>
                  <a:pt x="1425336" y="96011"/>
                </a:lnTo>
                <a:lnTo>
                  <a:pt x="1489344" y="96011"/>
                </a:lnTo>
                <a:lnTo>
                  <a:pt x="1521348" y="80009"/>
                </a:lnTo>
                <a:lnTo>
                  <a:pt x="1489344" y="64007"/>
                </a:lnTo>
                <a:close/>
              </a:path>
              <a:path extrusionOk="0" h="160020" w="1521460">
                <a:moveTo>
                  <a:pt x="1361328" y="0"/>
                </a:moveTo>
                <a:lnTo>
                  <a:pt x="1425336" y="80009"/>
                </a:lnTo>
                <a:lnTo>
                  <a:pt x="1425336" y="64007"/>
                </a:lnTo>
                <a:lnTo>
                  <a:pt x="1489344" y="64007"/>
                </a:lnTo>
                <a:lnTo>
                  <a:pt x="136132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2"/>
          <p:cNvSpPr/>
          <p:nvPr/>
        </p:nvSpPr>
        <p:spPr>
          <a:xfrm>
            <a:off x="7145275" y="4533900"/>
            <a:ext cx="1313815" cy="160020"/>
          </a:xfrm>
          <a:custGeom>
            <a:rect b="b" l="l" r="r" t="t"/>
            <a:pathLst>
              <a:path extrusionOk="0" h="160020" w="1313815">
                <a:moveTo>
                  <a:pt x="1217675" y="80009"/>
                </a:moveTo>
                <a:lnTo>
                  <a:pt x="1153667" y="160019"/>
                </a:lnTo>
                <a:lnTo>
                  <a:pt x="1281683" y="96011"/>
                </a:lnTo>
                <a:lnTo>
                  <a:pt x="1217675" y="96011"/>
                </a:lnTo>
                <a:lnTo>
                  <a:pt x="1217675" y="80009"/>
                </a:lnTo>
                <a:close/>
              </a:path>
              <a:path extrusionOk="0" h="160020" w="1313815">
                <a:moveTo>
                  <a:pt x="1204874" y="64007"/>
                </a:moveTo>
                <a:lnTo>
                  <a:pt x="0" y="64007"/>
                </a:lnTo>
                <a:lnTo>
                  <a:pt x="0" y="96011"/>
                </a:lnTo>
                <a:lnTo>
                  <a:pt x="1204874" y="96011"/>
                </a:lnTo>
                <a:lnTo>
                  <a:pt x="1217675" y="80009"/>
                </a:lnTo>
                <a:lnTo>
                  <a:pt x="1204874" y="64007"/>
                </a:lnTo>
                <a:close/>
              </a:path>
              <a:path extrusionOk="0" h="160020" w="1313815">
                <a:moveTo>
                  <a:pt x="1281683" y="64007"/>
                </a:moveTo>
                <a:lnTo>
                  <a:pt x="1217675" y="64007"/>
                </a:lnTo>
                <a:lnTo>
                  <a:pt x="1217675" y="96011"/>
                </a:lnTo>
                <a:lnTo>
                  <a:pt x="1281683" y="96011"/>
                </a:lnTo>
                <a:lnTo>
                  <a:pt x="1313687" y="80009"/>
                </a:lnTo>
                <a:lnTo>
                  <a:pt x="1281683" y="64007"/>
                </a:lnTo>
                <a:close/>
              </a:path>
              <a:path extrusionOk="0" h="160020" w="1313815">
                <a:moveTo>
                  <a:pt x="1153667" y="0"/>
                </a:moveTo>
                <a:lnTo>
                  <a:pt x="1217675" y="80009"/>
                </a:lnTo>
                <a:lnTo>
                  <a:pt x="1217675" y="64007"/>
                </a:lnTo>
                <a:lnTo>
                  <a:pt x="1281683" y="64007"/>
                </a:lnTo>
                <a:lnTo>
                  <a:pt x="1153667"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2"/>
          <p:cNvSpPr/>
          <p:nvPr/>
        </p:nvSpPr>
        <p:spPr>
          <a:xfrm>
            <a:off x="7145275" y="5049011"/>
            <a:ext cx="1313815" cy="160020"/>
          </a:xfrm>
          <a:custGeom>
            <a:rect b="b" l="l" r="r" t="t"/>
            <a:pathLst>
              <a:path extrusionOk="0" h="160020" w="1313815">
                <a:moveTo>
                  <a:pt x="1217675" y="80009"/>
                </a:moveTo>
                <a:lnTo>
                  <a:pt x="1153667" y="160019"/>
                </a:lnTo>
                <a:lnTo>
                  <a:pt x="1281683" y="96011"/>
                </a:lnTo>
                <a:lnTo>
                  <a:pt x="1217675" y="96011"/>
                </a:lnTo>
                <a:lnTo>
                  <a:pt x="1217675" y="80009"/>
                </a:lnTo>
                <a:close/>
              </a:path>
              <a:path extrusionOk="0" h="160020" w="1313815">
                <a:moveTo>
                  <a:pt x="1204874" y="64007"/>
                </a:moveTo>
                <a:lnTo>
                  <a:pt x="0" y="64007"/>
                </a:lnTo>
                <a:lnTo>
                  <a:pt x="0" y="96011"/>
                </a:lnTo>
                <a:lnTo>
                  <a:pt x="1204874" y="96011"/>
                </a:lnTo>
                <a:lnTo>
                  <a:pt x="1217675" y="80009"/>
                </a:lnTo>
                <a:lnTo>
                  <a:pt x="1204874" y="64007"/>
                </a:lnTo>
                <a:close/>
              </a:path>
              <a:path extrusionOk="0" h="160020" w="1313815">
                <a:moveTo>
                  <a:pt x="1281683" y="64007"/>
                </a:moveTo>
                <a:lnTo>
                  <a:pt x="1217675" y="64007"/>
                </a:lnTo>
                <a:lnTo>
                  <a:pt x="1217675" y="96011"/>
                </a:lnTo>
                <a:lnTo>
                  <a:pt x="1281683" y="96011"/>
                </a:lnTo>
                <a:lnTo>
                  <a:pt x="1313687" y="80009"/>
                </a:lnTo>
                <a:lnTo>
                  <a:pt x="1281683" y="64007"/>
                </a:lnTo>
                <a:close/>
              </a:path>
              <a:path extrusionOk="0" h="160020" w="1313815">
                <a:moveTo>
                  <a:pt x="1153667" y="0"/>
                </a:moveTo>
                <a:lnTo>
                  <a:pt x="1217675" y="80009"/>
                </a:lnTo>
                <a:lnTo>
                  <a:pt x="1217675" y="64007"/>
                </a:lnTo>
                <a:lnTo>
                  <a:pt x="1281683" y="64007"/>
                </a:lnTo>
                <a:lnTo>
                  <a:pt x="1153667"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2"/>
          <p:cNvSpPr/>
          <p:nvPr/>
        </p:nvSpPr>
        <p:spPr>
          <a:xfrm>
            <a:off x="5604509" y="4240529"/>
            <a:ext cx="1537970" cy="1399540"/>
          </a:xfrm>
          <a:custGeom>
            <a:rect b="b" l="l" r="r" t="t"/>
            <a:pathLst>
              <a:path extrusionOk="0" h="1399539" w="1537970">
                <a:moveTo>
                  <a:pt x="0" y="1399031"/>
                </a:moveTo>
                <a:lnTo>
                  <a:pt x="1537715" y="1399031"/>
                </a:lnTo>
                <a:lnTo>
                  <a:pt x="1537715" y="0"/>
                </a:lnTo>
                <a:lnTo>
                  <a:pt x="0" y="0"/>
                </a:lnTo>
                <a:lnTo>
                  <a:pt x="0" y="1399031"/>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p:nvPr/>
        </p:nvSpPr>
        <p:spPr>
          <a:xfrm>
            <a:off x="5604509" y="4240529"/>
            <a:ext cx="1537970" cy="1399540"/>
          </a:xfrm>
          <a:custGeom>
            <a:rect b="b" l="l" r="r" t="t"/>
            <a:pathLst>
              <a:path extrusionOk="0" h="1399539" w="1537970">
                <a:moveTo>
                  <a:pt x="0" y="1399031"/>
                </a:moveTo>
                <a:lnTo>
                  <a:pt x="1537715" y="1399031"/>
                </a:lnTo>
                <a:lnTo>
                  <a:pt x="1537715" y="0"/>
                </a:lnTo>
                <a:lnTo>
                  <a:pt x="0" y="0"/>
                </a:lnTo>
                <a:lnTo>
                  <a:pt x="0" y="1399031"/>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2"/>
          <p:cNvSpPr txBox="1"/>
          <p:nvPr/>
        </p:nvSpPr>
        <p:spPr>
          <a:xfrm>
            <a:off x="4294762" y="4053310"/>
            <a:ext cx="70485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rgbClr val="001F5F"/>
                </a:solidFill>
                <a:latin typeface="Arial"/>
                <a:ea typeface="Arial"/>
                <a:cs typeface="Arial"/>
                <a:sym typeface="Arial"/>
              </a:rPr>
              <a:t>inputs</a:t>
            </a:r>
            <a:endParaRPr sz="2000">
              <a:solidFill>
                <a:schemeClr val="dk1"/>
              </a:solidFill>
              <a:latin typeface="Arial"/>
              <a:ea typeface="Arial"/>
              <a:cs typeface="Arial"/>
              <a:sym typeface="Arial"/>
            </a:endParaRPr>
          </a:p>
        </p:txBody>
      </p:sp>
      <p:sp>
        <p:nvSpPr>
          <p:cNvPr id="61" name="Google Shape;61;p2"/>
          <p:cNvSpPr txBox="1"/>
          <p:nvPr/>
        </p:nvSpPr>
        <p:spPr>
          <a:xfrm>
            <a:off x="7438145" y="4053310"/>
            <a:ext cx="91694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rgbClr val="001F5F"/>
                </a:solidFill>
                <a:latin typeface="Arial"/>
                <a:ea typeface="Arial"/>
                <a:cs typeface="Arial"/>
                <a:sym typeface="Arial"/>
              </a:rPr>
              <a:t>Outputs</a:t>
            </a:r>
            <a:endParaRPr sz="20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 name="Shape 65"/>
        <p:cNvGrpSpPr/>
        <p:nvPr/>
      </p:nvGrpSpPr>
      <p:grpSpPr>
        <a:xfrm>
          <a:off x="0" y="0"/>
          <a:ext cx="0" cy="0"/>
          <a:chOff x="0" y="0"/>
          <a:chExt cx="0" cy="0"/>
        </a:xfrm>
      </p:grpSpPr>
      <p:sp>
        <p:nvSpPr>
          <p:cNvPr id="66" name="Google Shape;66;p3"/>
          <p:cNvSpPr txBox="1"/>
          <p:nvPr/>
        </p:nvSpPr>
        <p:spPr>
          <a:xfrm>
            <a:off x="304800" y="1541834"/>
            <a:ext cx="7696200" cy="1564531"/>
          </a:xfrm>
          <a:prstGeom prst="rect">
            <a:avLst/>
          </a:prstGeom>
          <a:noFill/>
          <a:ln>
            <a:noFill/>
          </a:ln>
        </p:spPr>
        <p:txBody>
          <a:bodyPr anchorCtr="0" anchor="t" bIns="0" lIns="0" spcFirstLastPara="1" rIns="0" wrap="square" tIns="0">
            <a:spAutoFit/>
          </a:bodyPr>
          <a:lstStyle/>
          <a:p>
            <a:pPr indent="-342900" lvl="0" marL="355600" marR="0" rtl="0" algn="l">
              <a:spcBef>
                <a:spcPts val="0"/>
              </a:spcBef>
              <a:spcAft>
                <a:spcPts val="0"/>
              </a:spcAft>
              <a:buClr>
                <a:srgbClr val="C00000"/>
              </a:buClr>
              <a:buSzPts val="3000"/>
              <a:buFont typeface="Noto Sans Symbols"/>
              <a:buChar char="▪"/>
            </a:pPr>
            <a:r>
              <a:rPr lang="en-US" sz="3000">
                <a:solidFill>
                  <a:srgbClr val="C00000"/>
                </a:solidFill>
                <a:latin typeface="Arial"/>
                <a:ea typeface="Arial"/>
                <a:cs typeface="Arial"/>
                <a:sym typeface="Arial"/>
              </a:rPr>
              <a:t>Incorrect </a:t>
            </a:r>
            <a:r>
              <a:rPr lang="en-US" sz="3000">
                <a:solidFill>
                  <a:schemeClr val="dk1"/>
                </a:solidFill>
                <a:latin typeface="Arial"/>
                <a:ea typeface="Arial"/>
                <a:cs typeface="Arial"/>
                <a:sym typeface="Arial"/>
              </a:rPr>
              <a:t>or </a:t>
            </a:r>
            <a:r>
              <a:rPr lang="en-US" sz="3000">
                <a:solidFill>
                  <a:srgbClr val="C00000"/>
                </a:solidFill>
                <a:latin typeface="Arial"/>
                <a:ea typeface="Arial"/>
                <a:cs typeface="Arial"/>
                <a:sym typeface="Arial"/>
              </a:rPr>
              <a:t>missing </a:t>
            </a:r>
            <a:r>
              <a:rPr lang="en-US" sz="3000">
                <a:solidFill>
                  <a:schemeClr val="dk1"/>
                </a:solidFill>
                <a:latin typeface="Arial"/>
                <a:ea typeface="Arial"/>
                <a:cs typeface="Arial"/>
                <a:sym typeface="Arial"/>
              </a:rPr>
              <a:t>functions</a:t>
            </a:r>
            <a:endParaRPr/>
          </a:p>
          <a:p>
            <a:pPr indent="-342900" lvl="0" marL="355600" marR="0" rtl="0" algn="l">
              <a:spcBef>
                <a:spcPts val="720"/>
              </a:spcBef>
              <a:spcAft>
                <a:spcPts val="0"/>
              </a:spcAft>
              <a:buClr>
                <a:srgbClr val="C00000"/>
              </a:buClr>
              <a:buSzPts val="3000"/>
              <a:buFont typeface="Noto Sans Symbols"/>
              <a:buChar char="▪"/>
            </a:pPr>
            <a:r>
              <a:rPr lang="en-US" sz="3000">
                <a:solidFill>
                  <a:srgbClr val="C00000"/>
                </a:solidFill>
                <a:latin typeface="Arial"/>
                <a:ea typeface="Arial"/>
                <a:cs typeface="Arial"/>
                <a:sym typeface="Arial"/>
              </a:rPr>
              <a:t>Interface </a:t>
            </a:r>
            <a:r>
              <a:rPr lang="en-US" sz="3000">
                <a:solidFill>
                  <a:schemeClr val="dk1"/>
                </a:solidFill>
                <a:latin typeface="Arial"/>
                <a:ea typeface="Arial"/>
                <a:cs typeface="Arial"/>
                <a:sym typeface="Arial"/>
              </a:rPr>
              <a:t>errors</a:t>
            </a:r>
            <a:endParaRPr/>
          </a:p>
          <a:p>
            <a:pPr indent="-342900" lvl="0" marL="355600" marR="0" rtl="0" algn="l">
              <a:spcBef>
                <a:spcPts val="720"/>
              </a:spcBef>
              <a:spcAft>
                <a:spcPts val="0"/>
              </a:spcAft>
              <a:buClr>
                <a:srgbClr val="C00000"/>
              </a:buClr>
              <a:buSzPts val="3000"/>
              <a:buFont typeface="Noto Sans Symbols"/>
              <a:buChar char="▪"/>
            </a:pPr>
            <a:r>
              <a:rPr lang="en-US" sz="3000">
                <a:solidFill>
                  <a:srgbClr val="C00000"/>
                </a:solidFill>
                <a:latin typeface="Arial"/>
                <a:ea typeface="Arial"/>
                <a:cs typeface="Arial"/>
                <a:sym typeface="Arial"/>
              </a:rPr>
              <a:t>Performance </a:t>
            </a:r>
            <a:r>
              <a:rPr lang="en-US" sz="3000">
                <a:solidFill>
                  <a:schemeClr val="dk1"/>
                </a:solidFill>
                <a:latin typeface="Arial"/>
                <a:ea typeface="Arial"/>
                <a:cs typeface="Arial"/>
                <a:sym typeface="Arial"/>
              </a:rPr>
              <a:t>error</a:t>
            </a:r>
            <a:endParaRPr/>
          </a:p>
        </p:txBody>
      </p:sp>
      <p:sp>
        <p:nvSpPr>
          <p:cNvPr id="67" name="Google Shape;67;p3"/>
          <p:cNvSpPr txBox="1"/>
          <p:nvPr>
            <p:ph type="title"/>
          </p:nvPr>
        </p:nvSpPr>
        <p:spPr>
          <a:xfrm>
            <a:off x="0" y="-27712"/>
            <a:ext cx="9144000" cy="838200"/>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Black-Box Testing Techniques</a:t>
            </a:r>
            <a:endParaRPr/>
          </a:p>
        </p:txBody>
      </p:sp>
      <p:sp>
        <p:nvSpPr>
          <p:cNvPr id="68" name="Google Shape;68;p3"/>
          <p:cNvSpPr/>
          <p:nvPr/>
        </p:nvSpPr>
        <p:spPr>
          <a:xfrm>
            <a:off x="4053077" y="4572000"/>
            <a:ext cx="1521460" cy="160020"/>
          </a:xfrm>
          <a:custGeom>
            <a:rect b="b" l="l" r="r" t="t"/>
            <a:pathLst>
              <a:path extrusionOk="0" h="160020" w="1521460">
                <a:moveTo>
                  <a:pt x="1425336" y="80009"/>
                </a:moveTo>
                <a:lnTo>
                  <a:pt x="1361328" y="160019"/>
                </a:lnTo>
                <a:lnTo>
                  <a:pt x="1489344" y="96011"/>
                </a:lnTo>
                <a:lnTo>
                  <a:pt x="1425336" y="96011"/>
                </a:lnTo>
                <a:lnTo>
                  <a:pt x="1425336" y="80009"/>
                </a:lnTo>
                <a:close/>
              </a:path>
              <a:path extrusionOk="0" h="160020" w="1521460">
                <a:moveTo>
                  <a:pt x="1412534" y="64007"/>
                </a:moveTo>
                <a:lnTo>
                  <a:pt x="0" y="64007"/>
                </a:lnTo>
                <a:lnTo>
                  <a:pt x="0" y="96011"/>
                </a:lnTo>
                <a:lnTo>
                  <a:pt x="1412534" y="96011"/>
                </a:lnTo>
                <a:lnTo>
                  <a:pt x="1425336" y="80009"/>
                </a:lnTo>
                <a:lnTo>
                  <a:pt x="1412534" y="64007"/>
                </a:lnTo>
                <a:close/>
              </a:path>
              <a:path extrusionOk="0" h="160020" w="1521460">
                <a:moveTo>
                  <a:pt x="1489344" y="64007"/>
                </a:moveTo>
                <a:lnTo>
                  <a:pt x="1425336" y="64007"/>
                </a:lnTo>
                <a:lnTo>
                  <a:pt x="1425336" y="96011"/>
                </a:lnTo>
                <a:lnTo>
                  <a:pt x="1489344" y="96011"/>
                </a:lnTo>
                <a:lnTo>
                  <a:pt x="1521348" y="80009"/>
                </a:lnTo>
                <a:lnTo>
                  <a:pt x="1489344" y="64007"/>
                </a:lnTo>
                <a:close/>
              </a:path>
              <a:path extrusionOk="0" h="160020" w="1521460">
                <a:moveTo>
                  <a:pt x="1361328" y="0"/>
                </a:moveTo>
                <a:lnTo>
                  <a:pt x="1425336" y="80009"/>
                </a:lnTo>
                <a:lnTo>
                  <a:pt x="1425336" y="64007"/>
                </a:lnTo>
                <a:lnTo>
                  <a:pt x="1489344" y="64007"/>
                </a:lnTo>
                <a:lnTo>
                  <a:pt x="136132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3"/>
          <p:cNvSpPr/>
          <p:nvPr/>
        </p:nvSpPr>
        <p:spPr>
          <a:xfrm>
            <a:off x="4053077" y="4860035"/>
            <a:ext cx="1521460" cy="160020"/>
          </a:xfrm>
          <a:custGeom>
            <a:rect b="b" l="l" r="r" t="t"/>
            <a:pathLst>
              <a:path extrusionOk="0" h="160020" w="1521460">
                <a:moveTo>
                  <a:pt x="1425336" y="80009"/>
                </a:moveTo>
                <a:lnTo>
                  <a:pt x="1361328" y="160019"/>
                </a:lnTo>
                <a:lnTo>
                  <a:pt x="1489344" y="96011"/>
                </a:lnTo>
                <a:lnTo>
                  <a:pt x="1425336" y="96011"/>
                </a:lnTo>
                <a:lnTo>
                  <a:pt x="1425336" y="80009"/>
                </a:lnTo>
                <a:close/>
              </a:path>
              <a:path extrusionOk="0" h="160020" w="1521460">
                <a:moveTo>
                  <a:pt x="1412534" y="64007"/>
                </a:moveTo>
                <a:lnTo>
                  <a:pt x="0" y="64007"/>
                </a:lnTo>
                <a:lnTo>
                  <a:pt x="0" y="96011"/>
                </a:lnTo>
                <a:lnTo>
                  <a:pt x="1412534" y="96011"/>
                </a:lnTo>
                <a:lnTo>
                  <a:pt x="1425336" y="80009"/>
                </a:lnTo>
                <a:lnTo>
                  <a:pt x="1412534" y="64007"/>
                </a:lnTo>
                <a:close/>
              </a:path>
              <a:path extrusionOk="0" h="160020" w="1521460">
                <a:moveTo>
                  <a:pt x="1489344" y="64007"/>
                </a:moveTo>
                <a:lnTo>
                  <a:pt x="1425336" y="64007"/>
                </a:lnTo>
                <a:lnTo>
                  <a:pt x="1425336" y="96011"/>
                </a:lnTo>
                <a:lnTo>
                  <a:pt x="1489344" y="96011"/>
                </a:lnTo>
                <a:lnTo>
                  <a:pt x="1521348" y="80009"/>
                </a:lnTo>
                <a:lnTo>
                  <a:pt x="1489344" y="64007"/>
                </a:lnTo>
                <a:close/>
              </a:path>
              <a:path extrusionOk="0" h="160020" w="1521460">
                <a:moveTo>
                  <a:pt x="1361328" y="0"/>
                </a:moveTo>
                <a:lnTo>
                  <a:pt x="1425336" y="80009"/>
                </a:lnTo>
                <a:lnTo>
                  <a:pt x="1425336" y="64007"/>
                </a:lnTo>
                <a:lnTo>
                  <a:pt x="1489344" y="64007"/>
                </a:lnTo>
                <a:lnTo>
                  <a:pt x="136132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3"/>
          <p:cNvSpPr/>
          <p:nvPr/>
        </p:nvSpPr>
        <p:spPr>
          <a:xfrm>
            <a:off x="4053077" y="5151120"/>
            <a:ext cx="1521460" cy="160020"/>
          </a:xfrm>
          <a:custGeom>
            <a:rect b="b" l="l" r="r" t="t"/>
            <a:pathLst>
              <a:path extrusionOk="0" h="160020" w="1521460">
                <a:moveTo>
                  <a:pt x="1425336" y="80009"/>
                </a:moveTo>
                <a:lnTo>
                  <a:pt x="1361328" y="160019"/>
                </a:lnTo>
                <a:lnTo>
                  <a:pt x="1489344" y="96011"/>
                </a:lnTo>
                <a:lnTo>
                  <a:pt x="1425336" y="96011"/>
                </a:lnTo>
                <a:lnTo>
                  <a:pt x="1425336" y="80009"/>
                </a:lnTo>
                <a:close/>
              </a:path>
              <a:path extrusionOk="0" h="160020" w="1521460">
                <a:moveTo>
                  <a:pt x="1412534" y="64007"/>
                </a:moveTo>
                <a:lnTo>
                  <a:pt x="0" y="64007"/>
                </a:lnTo>
                <a:lnTo>
                  <a:pt x="0" y="96011"/>
                </a:lnTo>
                <a:lnTo>
                  <a:pt x="1412534" y="96011"/>
                </a:lnTo>
                <a:lnTo>
                  <a:pt x="1425336" y="80009"/>
                </a:lnTo>
                <a:lnTo>
                  <a:pt x="1412534" y="64007"/>
                </a:lnTo>
                <a:close/>
              </a:path>
              <a:path extrusionOk="0" h="160020" w="1521460">
                <a:moveTo>
                  <a:pt x="1489344" y="64007"/>
                </a:moveTo>
                <a:lnTo>
                  <a:pt x="1425336" y="64007"/>
                </a:lnTo>
                <a:lnTo>
                  <a:pt x="1425336" y="96011"/>
                </a:lnTo>
                <a:lnTo>
                  <a:pt x="1489344" y="96011"/>
                </a:lnTo>
                <a:lnTo>
                  <a:pt x="1521348" y="80009"/>
                </a:lnTo>
                <a:lnTo>
                  <a:pt x="1489344" y="64007"/>
                </a:lnTo>
                <a:close/>
              </a:path>
              <a:path extrusionOk="0" h="160020" w="1521460">
                <a:moveTo>
                  <a:pt x="1361328" y="0"/>
                </a:moveTo>
                <a:lnTo>
                  <a:pt x="1425336" y="80009"/>
                </a:lnTo>
                <a:lnTo>
                  <a:pt x="1425336" y="64007"/>
                </a:lnTo>
                <a:lnTo>
                  <a:pt x="1489344" y="64007"/>
                </a:lnTo>
                <a:lnTo>
                  <a:pt x="136132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3"/>
          <p:cNvSpPr/>
          <p:nvPr/>
        </p:nvSpPr>
        <p:spPr>
          <a:xfrm>
            <a:off x="7145275" y="4533900"/>
            <a:ext cx="1313815" cy="160020"/>
          </a:xfrm>
          <a:custGeom>
            <a:rect b="b" l="l" r="r" t="t"/>
            <a:pathLst>
              <a:path extrusionOk="0" h="160020" w="1313815">
                <a:moveTo>
                  <a:pt x="1217675" y="80009"/>
                </a:moveTo>
                <a:lnTo>
                  <a:pt x="1153667" y="160019"/>
                </a:lnTo>
                <a:lnTo>
                  <a:pt x="1281683" y="96011"/>
                </a:lnTo>
                <a:lnTo>
                  <a:pt x="1217675" y="96011"/>
                </a:lnTo>
                <a:lnTo>
                  <a:pt x="1217675" y="80009"/>
                </a:lnTo>
                <a:close/>
              </a:path>
              <a:path extrusionOk="0" h="160020" w="1313815">
                <a:moveTo>
                  <a:pt x="1204874" y="64007"/>
                </a:moveTo>
                <a:lnTo>
                  <a:pt x="0" y="64007"/>
                </a:lnTo>
                <a:lnTo>
                  <a:pt x="0" y="96011"/>
                </a:lnTo>
                <a:lnTo>
                  <a:pt x="1204874" y="96011"/>
                </a:lnTo>
                <a:lnTo>
                  <a:pt x="1217675" y="80009"/>
                </a:lnTo>
                <a:lnTo>
                  <a:pt x="1204874" y="64007"/>
                </a:lnTo>
                <a:close/>
              </a:path>
              <a:path extrusionOk="0" h="160020" w="1313815">
                <a:moveTo>
                  <a:pt x="1281683" y="64007"/>
                </a:moveTo>
                <a:lnTo>
                  <a:pt x="1217675" y="64007"/>
                </a:lnTo>
                <a:lnTo>
                  <a:pt x="1217675" y="96011"/>
                </a:lnTo>
                <a:lnTo>
                  <a:pt x="1281683" y="96011"/>
                </a:lnTo>
                <a:lnTo>
                  <a:pt x="1313687" y="80009"/>
                </a:lnTo>
                <a:lnTo>
                  <a:pt x="1281683" y="64007"/>
                </a:lnTo>
                <a:close/>
              </a:path>
              <a:path extrusionOk="0" h="160020" w="1313815">
                <a:moveTo>
                  <a:pt x="1153667" y="0"/>
                </a:moveTo>
                <a:lnTo>
                  <a:pt x="1217675" y="80009"/>
                </a:lnTo>
                <a:lnTo>
                  <a:pt x="1217675" y="64007"/>
                </a:lnTo>
                <a:lnTo>
                  <a:pt x="1281683" y="64007"/>
                </a:lnTo>
                <a:lnTo>
                  <a:pt x="1153667"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3"/>
          <p:cNvSpPr/>
          <p:nvPr/>
        </p:nvSpPr>
        <p:spPr>
          <a:xfrm>
            <a:off x="7145275" y="5049011"/>
            <a:ext cx="1313815" cy="160020"/>
          </a:xfrm>
          <a:custGeom>
            <a:rect b="b" l="l" r="r" t="t"/>
            <a:pathLst>
              <a:path extrusionOk="0" h="160020" w="1313815">
                <a:moveTo>
                  <a:pt x="1217675" y="80009"/>
                </a:moveTo>
                <a:lnTo>
                  <a:pt x="1153667" y="160019"/>
                </a:lnTo>
                <a:lnTo>
                  <a:pt x="1281683" y="96011"/>
                </a:lnTo>
                <a:lnTo>
                  <a:pt x="1217675" y="96011"/>
                </a:lnTo>
                <a:lnTo>
                  <a:pt x="1217675" y="80009"/>
                </a:lnTo>
                <a:close/>
              </a:path>
              <a:path extrusionOk="0" h="160020" w="1313815">
                <a:moveTo>
                  <a:pt x="1204874" y="64007"/>
                </a:moveTo>
                <a:lnTo>
                  <a:pt x="0" y="64007"/>
                </a:lnTo>
                <a:lnTo>
                  <a:pt x="0" y="96011"/>
                </a:lnTo>
                <a:lnTo>
                  <a:pt x="1204874" y="96011"/>
                </a:lnTo>
                <a:lnTo>
                  <a:pt x="1217675" y="80009"/>
                </a:lnTo>
                <a:lnTo>
                  <a:pt x="1204874" y="64007"/>
                </a:lnTo>
                <a:close/>
              </a:path>
              <a:path extrusionOk="0" h="160020" w="1313815">
                <a:moveTo>
                  <a:pt x="1281683" y="64007"/>
                </a:moveTo>
                <a:lnTo>
                  <a:pt x="1217675" y="64007"/>
                </a:lnTo>
                <a:lnTo>
                  <a:pt x="1217675" y="96011"/>
                </a:lnTo>
                <a:lnTo>
                  <a:pt x="1281683" y="96011"/>
                </a:lnTo>
                <a:lnTo>
                  <a:pt x="1313687" y="80009"/>
                </a:lnTo>
                <a:lnTo>
                  <a:pt x="1281683" y="64007"/>
                </a:lnTo>
                <a:close/>
              </a:path>
              <a:path extrusionOk="0" h="160020" w="1313815">
                <a:moveTo>
                  <a:pt x="1153667" y="0"/>
                </a:moveTo>
                <a:lnTo>
                  <a:pt x="1217675" y="80009"/>
                </a:lnTo>
                <a:lnTo>
                  <a:pt x="1217675" y="64007"/>
                </a:lnTo>
                <a:lnTo>
                  <a:pt x="1281683" y="64007"/>
                </a:lnTo>
                <a:lnTo>
                  <a:pt x="1153667"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3"/>
          <p:cNvSpPr/>
          <p:nvPr/>
        </p:nvSpPr>
        <p:spPr>
          <a:xfrm>
            <a:off x="5604509" y="4240529"/>
            <a:ext cx="1537970" cy="1399540"/>
          </a:xfrm>
          <a:custGeom>
            <a:rect b="b" l="l" r="r" t="t"/>
            <a:pathLst>
              <a:path extrusionOk="0" h="1399539" w="1537970">
                <a:moveTo>
                  <a:pt x="0" y="1399031"/>
                </a:moveTo>
                <a:lnTo>
                  <a:pt x="1537715" y="1399031"/>
                </a:lnTo>
                <a:lnTo>
                  <a:pt x="1537715" y="0"/>
                </a:lnTo>
                <a:lnTo>
                  <a:pt x="0" y="0"/>
                </a:lnTo>
                <a:lnTo>
                  <a:pt x="0" y="1399031"/>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3"/>
          <p:cNvSpPr/>
          <p:nvPr/>
        </p:nvSpPr>
        <p:spPr>
          <a:xfrm>
            <a:off x="5604509" y="4240529"/>
            <a:ext cx="1537970" cy="1399540"/>
          </a:xfrm>
          <a:custGeom>
            <a:rect b="b" l="l" r="r" t="t"/>
            <a:pathLst>
              <a:path extrusionOk="0" h="1399539" w="1537970">
                <a:moveTo>
                  <a:pt x="0" y="1399031"/>
                </a:moveTo>
                <a:lnTo>
                  <a:pt x="1537715" y="1399031"/>
                </a:lnTo>
                <a:lnTo>
                  <a:pt x="1537715" y="0"/>
                </a:lnTo>
                <a:lnTo>
                  <a:pt x="0" y="0"/>
                </a:lnTo>
                <a:lnTo>
                  <a:pt x="0" y="1399031"/>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3"/>
          <p:cNvSpPr txBox="1"/>
          <p:nvPr/>
        </p:nvSpPr>
        <p:spPr>
          <a:xfrm>
            <a:off x="4294762" y="4053310"/>
            <a:ext cx="70485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rgbClr val="001F5F"/>
                </a:solidFill>
                <a:latin typeface="Arial"/>
                <a:ea typeface="Arial"/>
                <a:cs typeface="Arial"/>
                <a:sym typeface="Arial"/>
              </a:rPr>
              <a:t>inputs</a:t>
            </a:r>
            <a:endParaRPr sz="2000">
              <a:solidFill>
                <a:schemeClr val="dk1"/>
              </a:solidFill>
              <a:latin typeface="Arial"/>
              <a:ea typeface="Arial"/>
              <a:cs typeface="Arial"/>
              <a:sym typeface="Arial"/>
            </a:endParaRPr>
          </a:p>
        </p:txBody>
      </p:sp>
      <p:sp>
        <p:nvSpPr>
          <p:cNvPr id="76" name="Google Shape;76;p3"/>
          <p:cNvSpPr txBox="1"/>
          <p:nvPr/>
        </p:nvSpPr>
        <p:spPr>
          <a:xfrm>
            <a:off x="7438145" y="4053310"/>
            <a:ext cx="91694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rgbClr val="001F5F"/>
                </a:solidFill>
                <a:latin typeface="Arial"/>
                <a:ea typeface="Arial"/>
                <a:cs typeface="Arial"/>
                <a:sym typeface="Arial"/>
              </a:rPr>
              <a:t>Outputs</a:t>
            </a:r>
            <a:endParaRPr sz="20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 name="Shape 80"/>
        <p:cNvGrpSpPr/>
        <p:nvPr/>
      </p:nvGrpSpPr>
      <p:grpSpPr>
        <a:xfrm>
          <a:off x="0" y="0"/>
          <a:ext cx="0" cy="0"/>
          <a:chOff x="0" y="0"/>
          <a:chExt cx="0" cy="0"/>
        </a:xfrm>
      </p:grpSpPr>
      <p:sp>
        <p:nvSpPr>
          <p:cNvPr id="81" name="Google Shape;81;p4"/>
          <p:cNvSpPr txBox="1"/>
          <p:nvPr/>
        </p:nvSpPr>
        <p:spPr>
          <a:xfrm>
            <a:off x="152400" y="1542813"/>
            <a:ext cx="8839200" cy="3026470"/>
          </a:xfrm>
          <a:prstGeom prst="rect">
            <a:avLst/>
          </a:prstGeom>
          <a:noFill/>
          <a:ln>
            <a:noFill/>
          </a:ln>
        </p:spPr>
        <p:txBody>
          <a:bodyPr anchorCtr="0" anchor="t" bIns="0" lIns="0" spcFirstLastPara="1" rIns="0" wrap="square" tIns="0">
            <a:spAutoFit/>
          </a:bodyPr>
          <a:lstStyle/>
          <a:p>
            <a:pPr indent="-342900" lvl="0" marL="355600" marR="473075" rtl="0" algn="just">
              <a:spcBef>
                <a:spcPts val="0"/>
              </a:spcBef>
              <a:spcAft>
                <a:spcPts val="0"/>
              </a:spcAft>
              <a:buClr>
                <a:schemeClr val="dk1"/>
              </a:buClr>
              <a:buSzPts val="3000"/>
              <a:buFont typeface="Noto Sans Symbols"/>
              <a:buChar char="▪"/>
            </a:pPr>
            <a:r>
              <a:rPr b="1" lang="en-US" sz="3000">
                <a:solidFill>
                  <a:schemeClr val="dk1"/>
                </a:solidFill>
                <a:latin typeface="Arial"/>
                <a:ea typeface="Arial"/>
                <a:cs typeface="Arial"/>
                <a:sym typeface="Arial"/>
              </a:rPr>
              <a:t>Advantages: </a:t>
            </a:r>
            <a:r>
              <a:rPr lang="en-US" sz="3000">
                <a:solidFill>
                  <a:schemeClr val="dk1"/>
                </a:solidFill>
                <a:latin typeface="Arial"/>
                <a:ea typeface="Arial"/>
                <a:cs typeface="Arial"/>
                <a:sym typeface="Arial"/>
              </a:rPr>
              <a:t>directs tester to choose </a:t>
            </a:r>
            <a:r>
              <a:rPr lang="en-US" sz="3000">
                <a:solidFill>
                  <a:srgbClr val="C00000"/>
                </a:solidFill>
                <a:latin typeface="Arial"/>
                <a:ea typeface="Arial"/>
                <a:cs typeface="Arial"/>
                <a:sym typeface="Arial"/>
              </a:rPr>
              <a:t>subsets </a:t>
            </a:r>
            <a:r>
              <a:rPr lang="en-US" sz="3000">
                <a:solidFill>
                  <a:schemeClr val="dk1"/>
                </a:solidFill>
                <a:latin typeface="Arial"/>
                <a:ea typeface="Arial"/>
                <a:cs typeface="Arial"/>
                <a:sym typeface="Arial"/>
              </a:rPr>
              <a:t>to tests that are both </a:t>
            </a:r>
            <a:r>
              <a:rPr lang="en-US" sz="3000">
                <a:solidFill>
                  <a:srgbClr val="C00000"/>
                </a:solidFill>
                <a:latin typeface="Arial"/>
                <a:ea typeface="Arial"/>
                <a:cs typeface="Arial"/>
                <a:sym typeface="Arial"/>
              </a:rPr>
              <a:t>efficient </a:t>
            </a:r>
            <a:r>
              <a:rPr lang="en-US" sz="3000">
                <a:solidFill>
                  <a:schemeClr val="dk1"/>
                </a:solidFill>
                <a:latin typeface="Arial"/>
                <a:ea typeface="Arial"/>
                <a:cs typeface="Arial"/>
                <a:sym typeface="Arial"/>
              </a:rPr>
              <a:t>and </a:t>
            </a:r>
            <a:r>
              <a:rPr lang="en-US" sz="3000">
                <a:solidFill>
                  <a:srgbClr val="C00000"/>
                </a:solidFill>
                <a:latin typeface="Arial"/>
                <a:ea typeface="Arial"/>
                <a:cs typeface="Arial"/>
                <a:sym typeface="Arial"/>
              </a:rPr>
              <a:t>effective </a:t>
            </a:r>
            <a:r>
              <a:rPr lang="en-US" sz="3000">
                <a:solidFill>
                  <a:schemeClr val="dk1"/>
                </a:solidFill>
                <a:latin typeface="Arial"/>
                <a:ea typeface="Arial"/>
                <a:cs typeface="Arial"/>
                <a:sym typeface="Arial"/>
              </a:rPr>
              <a:t>in </a:t>
            </a:r>
            <a:r>
              <a:rPr lang="en-US" sz="3000">
                <a:solidFill>
                  <a:srgbClr val="C00000"/>
                </a:solidFill>
                <a:latin typeface="Arial"/>
                <a:ea typeface="Arial"/>
                <a:cs typeface="Arial"/>
                <a:sym typeface="Arial"/>
              </a:rPr>
              <a:t>finding defects</a:t>
            </a:r>
            <a:endParaRPr sz="3000">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3000"/>
              <a:buFont typeface="Noto Sans Symbols"/>
              <a:buNone/>
            </a:pPr>
            <a:r>
              <a:t/>
            </a:r>
            <a:endParaRPr sz="3000">
              <a:solidFill>
                <a:schemeClr val="dk1"/>
              </a:solidFill>
              <a:latin typeface="Times New Roman"/>
              <a:ea typeface="Times New Roman"/>
              <a:cs typeface="Times New Roman"/>
              <a:sym typeface="Times New Roman"/>
            </a:endParaRPr>
          </a:p>
          <a:p>
            <a:pPr indent="-342900" lvl="0" marL="355600" marR="5080" rtl="0" algn="just">
              <a:spcBef>
                <a:spcPts val="1950"/>
              </a:spcBef>
              <a:spcAft>
                <a:spcPts val="0"/>
              </a:spcAft>
              <a:buClr>
                <a:schemeClr val="dk1"/>
              </a:buClr>
              <a:buSzPts val="3000"/>
              <a:buFont typeface="Noto Sans Symbols"/>
              <a:buChar char="▪"/>
            </a:pPr>
            <a:r>
              <a:rPr b="1" lang="en-US" sz="3000">
                <a:solidFill>
                  <a:schemeClr val="dk1"/>
                </a:solidFill>
                <a:latin typeface="Arial"/>
                <a:ea typeface="Arial"/>
                <a:cs typeface="Arial"/>
                <a:sym typeface="Arial"/>
              </a:rPr>
              <a:t>Disadvantages: </a:t>
            </a:r>
            <a:r>
              <a:rPr lang="en-US" sz="3000">
                <a:solidFill>
                  <a:schemeClr val="dk1"/>
                </a:solidFill>
                <a:latin typeface="Arial"/>
                <a:ea typeface="Arial"/>
                <a:cs typeface="Arial"/>
                <a:sym typeface="Arial"/>
              </a:rPr>
              <a:t>never be sure of </a:t>
            </a:r>
            <a:r>
              <a:rPr lang="en-US" sz="3000">
                <a:solidFill>
                  <a:srgbClr val="C00000"/>
                </a:solidFill>
                <a:latin typeface="Arial"/>
                <a:ea typeface="Arial"/>
                <a:cs typeface="Arial"/>
                <a:sym typeface="Arial"/>
              </a:rPr>
              <a:t>how much </a:t>
            </a:r>
            <a:r>
              <a:rPr lang="en-US" sz="3000">
                <a:solidFill>
                  <a:schemeClr val="dk1"/>
                </a:solidFill>
                <a:latin typeface="Arial"/>
                <a:ea typeface="Arial"/>
                <a:cs typeface="Arial"/>
                <a:sym typeface="Arial"/>
              </a:rPr>
              <a:t>of the system under test (SUT) has been tested</a:t>
            </a:r>
            <a:endParaRPr/>
          </a:p>
        </p:txBody>
      </p:sp>
      <p:sp>
        <p:nvSpPr>
          <p:cNvPr id="82" name="Google Shape;82;p4"/>
          <p:cNvSpPr txBox="1"/>
          <p:nvPr>
            <p:ph type="title"/>
          </p:nvPr>
        </p:nvSpPr>
        <p:spPr>
          <a:xfrm>
            <a:off x="0" y="0"/>
            <a:ext cx="9144000" cy="838200"/>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Black-Box Testing Techniques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6" name="Shape 86"/>
        <p:cNvGrpSpPr/>
        <p:nvPr/>
      </p:nvGrpSpPr>
      <p:grpSpPr>
        <a:xfrm>
          <a:off x="0" y="0"/>
          <a:ext cx="0" cy="0"/>
          <a:chOff x="0" y="0"/>
          <a:chExt cx="0" cy="0"/>
        </a:xfrm>
      </p:grpSpPr>
      <p:sp>
        <p:nvSpPr>
          <p:cNvPr id="87" name="Google Shape;87;p5"/>
          <p:cNvSpPr txBox="1"/>
          <p:nvPr/>
        </p:nvSpPr>
        <p:spPr>
          <a:xfrm>
            <a:off x="152400" y="1143000"/>
            <a:ext cx="8915400" cy="2667397"/>
          </a:xfrm>
          <a:prstGeom prst="rect">
            <a:avLst/>
          </a:prstGeom>
          <a:noFill/>
          <a:ln>
            <a:noFill/>
          </a:ln>
        </p:spPr>
        <p:txBody>
          <a:bodyPr anchorCtr="0" anchor="t" bIns="0" lIns="0" spcFirstLastPara="1" rIns="0" wrap="square" tIns="0">
            <a:spAutoFit/>
          </a:bodyPr>
          <a:lstStyle/>
          <a:p>
            <a:pPr indent="-514983" lvl="0" marL="527685" marR="0" rtl="0" algn="l">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Exhaustive testing</a:t>
            </a:r>
            <a:endParaRPr/>
          </a:p>
          <a:p>
            <a:pPr indent="-514983" lvl="0" marL="527685" marR="5080" rtl="0" algn="l">
              <a:spcBef>
                <a:spcPts val="72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Equivalence class testing (</a:t>
            </a:r>
            <a:r>
              <a:rPr lang="en-US" sz="2400">
                <a:solidFill>
                  <a:schemeClr val="dk1"/>
                </a:solidFill>
                <a:latin typeface="Arial"/>
                <a:ea typeface="Arial"/>
                <a:cs typeface="Arial"/>
                <a:sym typeface="Arial"/>
              </a:rPr>
              <a:t>Equivalence Partitioning</a:t>
            </a:r>
            <a:r>
              <a:rPr lang="en-US" sz="3000">
                <a:solidFill>
                  <a:schemeClr val="dk1"/>
                </a:solidFill>
                <a:latin typeface="Arial"/>
                <a:ea typeface="Arial"/>
                <a:cs typeface="Arial"/>
                <a:sym typeface="Arial"/>
              </a:rPr>
              <a:t>)</a:t>
            </a:r>
            <a:endParaRPr/>
          </a:p>
          <a:p>
            <a:pPr indent="-514983" lvl="0" marL="527685" marR="0" rtl="0" algn="l">
              <a:spcBef>
                <a:spcPts val="72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Boundary value analysis</a:t>
            </a:r>
            <a:endParaRPr/>
          </a:p>
          <a:p>
            <a:pPr indent="-514983" lvl="0" marL="527685" marR="0" rtl="0" algn="l">
              <a:spcBef>
                <a:spcPts val="72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Decision table testing</a:t>
            </a:r>
            <a:endParaRPr/>
          </a:p>
          <a:p>
            <a:pPr indent="-514983" lvl="0" marL="527685" marR="0" rtl="0" algn="l">
              <a:spcBef>
                <a:spcPts val="72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State-Transition testing</a:t>
            </a:r>
            <a:endParaRPr/>
          </a:p>
        </p:txBody>
      </p:sp>
      <p:sp>
        <p:nvSpPr>
          <p:cNvPr id="88" name="Google Shape;88;p5"/>
          <p:cNvSpPr txBox="1"/>
          <p:nvPr>
            <p:ph type="title"/>
          </p:nvPr>
        </p:nvSpPr>
        <p:spPr>
          <a:xfrm>
            <a:off x="0" y="0"/>
            <a:ext cx="9144000" cy="838200"/>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Black-Box Testing Techniques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txBox="1"/>
          <p:nvPr>
            <p:ph type="title"/>
          </p:nvPr>
        </p:nvSpPr>
        <p:spPr>
          <a:xfrm>
            <a:off x="0" y="11723"/>
            <a:ext cx="9144000" cy="738664"/>
          </a:xfrm>
          <a:prstGeom prst="rect">
            <a:avLst/>
          </a:prstGeom>
          <a:solidFill>
            <a:srgbClr val="002060"/>
          </a:solidFill>
          <a:ln>
            <a:noFill/>
          </a:ln>
        </p:spPr>
        <p:txBody>
          <a:bodyPr anchorCtr="0" anchor="t" bIns="0" lIns="0" spcFirstLastPara="1" rIns="0" wrap="square" tIns="0">
            <a:spAutoFit/>
          </a:bodyPr>
          <a:lstStyle/>
          <a:p>
            <a:pPr indent="0" lvl="0" marL="0" rtl="0" algn="l">
              <a:spcBef>
                <a:spcPts val="0"/>
              </a:spcBef>
              <a:spcAft>
                <a:spcPts val="0"/>
              </a:spcAft>
              <a:buNone/>
            </a:pPr>
            <a:r>
              <a:rPr lang="en-US" sz="4800"/>
              <a:t>Exhaustive Testing</a:t>
            </a:r>
            <a:endParaRPr/>
          </a:p>
        </p:txBody>
      </p:sp>
      <p:sp>
        <p:nvSpPr>
          <p:cNvPr id="94" name="Google Shape;94;p6"/>
          <p:cNvSpPr txBox="1"/>
          <p:nvPr>
            <p:ph idx="1" type="body"/>
          </p:nvPr>
        </p:nvSpPr>
        <p:spPr>
          <a:xfrm>
            <a:off x="76200" y="1066802"/>
            <a:ext cx="9067800" cy="369331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b="0"/>
          </a:p>
          <a:p>
            <a:pPr indent="0" lvl="0" marL="0" rtl="0" algn="l">
              <a:spcBef>
                <a:spcPts val="0"/>
              </a:spcBef>
              <a:spcAft>
                <a:spcPts val="0"/>
              </a:spcAft>
              <a:buNone/>
            </a:pPr>
            <a:r>
              <a:rPr lang="en-US"/>
              <a:t>1.Definition</a:t>
            </a:r>
            <a:r>
              <a:rPr b="0" lang="en-US"/>
              <a:t>: testing with every member of the input value space</a:t>
            </a:r>
            <a:endParaRPr/>
          </a:p>
          <a:p>
            <a:pPr indent="0" lvl="0" marL="0" rtl="0" algn="l">
              <a:spcBef>
                <a:spcPts val="0"/>
              </a:spcBef>
              <a:spcAft>
                <a:spcPts val="0"/>
              </a:spcAft>
              <a:buNone/>
            </a:pPr>
            <a:r>
              <a:t/>
            </a:r>
            <a:endParaRPr b="0"/>
          </a:p>
          <a:p>
            <a:pPr indent="0" lvl="0" marL="0" rtl="0" algn="l">
              <a:spcBef>
                <a:spcPts val="0"/>
              </a:spcBef>
              <a:spcAft>
                <a:spcPts val="0"/>
              </a:spcAft>
              <a:buNone/>
            </a:pPr>
            <a:r>
              <a:t/>
            </a:r>
            <a:endParaRPr b="0"/>
          </a:p>
          <a:p>
            <a:pPr indent="0" lvl="0" marL="0" rtl="0" algn="l">
              <a:spcBef>
                <a:spcPts val="0"/>
              </a:spcBef>
              <a:spcAft>
                <a:spcPts val="0"/>
              </a:spcAft>
              <a:buNone/>
            </a:pPr>
            <a:r>
              <a:rPr lang="en-US"/>
              <a:t>2.Input value space</a:t>
            </a:r>
            <a:r>
              <a:rPr b="0" lang="en-US"/>
              <a:t>: the set of all possible input values to the program</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p:nvPr/>
        </p:nvSpPr>
        <p:spPr>
          <a:xfrm>
            <a:off x="0" y="2362200"/>
            <a:ext cx="9144000" cy="267765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800">
                <a:solidFill>
                  <a:srgbClr val="000000"/>
                </a:solidFill>
                <a:latin typeface="Arial"/>
                <a:ea typeface="Arial"/>
                <a:cs typeface="Arial"/>
                <a:sym typeface="Arial"/>
              </a:rPr>
              <a:t>Consider an application in which a password field that accepts </a:t>
            </a:r>
            <a:r>
              <a:rPr b="1" lang="en-US" sz="2800">
                <a:solidFill>
                  <a:srgbClr val="002060"/>
                </a:solidFill>
                <a:latin typeface="Arial"/>
                <a:ea typeface="Arial"/>
                <a:cs typeface="Arial"/>
                <a:sym typeface="Arial"/>
              </a:rPr>
              <a:t>3 characters</a:t>
            </a:r>
            <a:r>
              <a:rPr lang="en-US" sz="2800">
                <a:solidFill>
                  <a:srgbClr val="000000"/>
                </a:solidFill>
                <a:latin typeface="Arial"/>
                <a:ea typeface="Arial"/>
                <a:cs typeface="Arial"/>
                <a:sym typeface="Arial"/>
              </a:rPr>
              <a:t>, with no consecutive repeating entries. Hence, there are </a:t>
            </a:r>
            <a:r>
              <a:rPr b="1" lang="en-US" sz="2800">
                <a:solidFill>
                  <a:srgbClr val="002060"/>
                </a:solidFill>
                <a:latin typeface="Arial"/>
                <a:ea typeface="Arial"/>
                <a:cs typeface="Arial"/>
                <a:sym typeface="Arial"/>
              </a:rPr>
              <a:t>26 * 26 * 26 </a:t>
            </a:r>
            <a:r>
              <a:rPr lang="en-US" sz="2800">
                <a:solidFill>
                  <a:srgbClr val="000000"/>
                </a:solidFill>
                <a:latin typeface="Arial"/>
                <a:ea typeface="Arial"/>
                <a:cs typeface="Arial"/>
                <a:sym typeface="Arial"/>
              </a:rPr>
              <a:t>input permutations for alphabets only. Including special characters and standard characters, there are much more combinations. So, there are </a:t>
            </a:r>
            <a:r>
              <a:rPr b="1" lang="en-US" sz="2800">
                <a:solidFill>
                  <a:srgbClr val="002060"/>
                </a:solidFill>
                <a:latin typeface="Arial"/>
                <a:ea typeface="Arial"/>
                <a:cs typeface="Arial"/>
                <a:sym typeface="Arial"/>
              </a:rPr>
              <a:t>256 * 256 * 256 </a:t>
            </a:r>
            <a:r>
              <a:rPr lang="en-US" sz="2800">
                <a:solidFill>
                  <a:srgbClr val="000000"/>
                </a:solidFill>
                <a:latin typeface="Arial"/>
                <a:ea typeface="Arial"/>
                <a:cs typeface="Arial"/>
                <a:sym typeface="Arial"/>
              </a:rPr>
              <a:t>input combinations.</a:t>
            </a:r>
            <a:endParaRPr sz="2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8"/>
          <p:cNvSpPr/>
          <p:nvPr/>
        </p:nvSpPr>
        <p:spPr>
          <a:xfrm>
            <a:off x="0" y="1066800"/>
            <a:ext cx="9144000" cy="532453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rgbClr val="222426"/>
                </a:solidFill>
                <a:latin typeface="Arial"/>
                <a:ea typeface="Arial"/>
                <a:cs typeface="Arial"/>
                <a:sym typeface="Arial"/>
              </a:rPr>
              <a:t>EC Testing is when you have a </a:t>
            </a:r>
            <a:r>
              <a:rPr b="1" lang="en-US" sz="2400">
                <a:solidFill>
                  <a:srgbClr val="FF0000"/>
                </a:solidFill>
                <a:latin typeface="Arial"/>
                <a:ea typeface="Arial"/>
                <a:cs typeface="Arial"/>
                <a:sym typeface="Arial"/>
              </a:rPr>
              <a:t>number of test items </a:t>
            </a:r>
            <a:r>
              <a:rPr lang="en-US" sz="2400">
                <a:solidFill>
                  <a:srgbClr val="222426"/>
                </a:solidFill>
                <a:latin typeface="Arial"/>
                <a:ea typeface="Arial"/>
                <a:cs typeface="Arial"/>
                <a:sym typeface="Arial"/>
              </a:rPr>
              <a:t>(e.g. values) that you want to test but </a:t>
            </a:r>
            <a:r>
              <a:rPr b="1" lang="en-US" sz="2400">
                <a:solidFill>
                  <a:srgbClr val="FF0000"/>
                </a:solidFill>
                <a:latin typeface="Arial"/>
                <a:ea typeface="Arial"/>
                <a:cs typeface="Arial"/>
                <a:sym typeface="Arial"/>
              </a:rPr>
              <a:t>because of cost </a:t>
            </a:r>
            <a:r>
              <a:rPr lang="en-US" sz="2400">
                <a:solidFill>
                  <a:srgbClr val="222426"/>
                </a:solidFill>
                <a:latin typeface="Arial"/>
                <a:ea typeface="Arial"/>
                <a:cs typeface="Arial"/>
                <a:sym typeface="Arial"/>
              </a:rPr>
              <a:t>(time/money) you do not have time to test them all. Therefore you </a:t>
            </a:r>
            <a:r>
              <a:rPr b="1" lang="en-US" sz="2400">
                <a:solidFill>
                  <a:srgbClr val="FF0000"/>
                </a:solidFill>
                <a:latin typeface="Arial"/>
                <a:ea typeface="Arial"/>
                <a:cs typeface="Arial"/>
                <a:sym typeface="Arial"/>
              </a:rPr>
              <a:t>group the test item into class</a:t>
            </a:r>
            <a:r>
              <a:rPr lang="en-US" sz="2400">
                <a:solidFill>
                  <a:srgbClr val="222426"/>
                </a:solidFill>
                <a:latin typeface="Arial"/>
                <a:ea typeface="Arial"/>
                <a:cs typeface="Arial"/>
                <a:sym typeface="Arial"/>
              </a:rPr>
              <a:t> where all items in each class are suppose to behave exactly the same. </a:t>
            </a:r>
            <a:r>
              <a:rPr b="1" lang="en-US" sz="2400">
                <a:solidFill>
                  <a:srgbClr val="00B050"/>
                </a:solidFill>
                <a:latin typeface="Arial"/>
                <a:ea typeface="Arial"/>
                <a:cs typeface="Arial"/>
                <a:sym typeface="Arial"/>
              </a:rPr>
              <a:t>The theory is that you only need to test one of each item to make sure the system works</a:t>
            </a:r>
            <a:r>
              <a:rPr lang="en-US" sz="2400">
                <a:solidFill>
                  <a:srgbClr val="222426"/>
                </a:solidFill>
                <a:latin typeface="Arial"/>
                <a:ea typeface="Arial"/>
                <a:cs typeface="Arial"/>
                <a:sym typeface="Arial"/>
              </a:rPr>
              <a:t>.</a:t>
            </a:r>
            <a:endParaRPr/>
          </a:p>
          <a:p>
            <a:pPr indent="0" lvl="0" marL="0" marR="0" rtl="0" algn="l">
              <a:spcBef>
                <a:spcPts val="0"/>
              </a:spcBef>
              <a:spcAft>
                <a:spcPts val="0"/>
              </a:spcAft>
              <a:buNone/>
            </a:pPr>
            <a:br>
              <a:rPr lang="en-US" sz="2000">
                <a:solidFill>
                  <a:schemeClr val="dk1"/>
                </a:solidFill>
                <a:latin typeface="Calibri"/>
                <a:ea typeface="Calibri"/>
                <a:cs typeface="Calibri"/>
                <a:sym typeface="Calibri"/>
              </a:rPr>
            </a:br>
            <a:r>
              <a:rPr i="1" lang="en-US" sz="3600">
                <a:solidFill>
                  <a:srgbClr val="002060"/>
                </a:solidFill>
                <a:latin typeface="Arial"/>
                <a:ea typeface="Arial"/>
                <a:cs typeface="Arial"/>
                <a:sym typeface="Arial"/>
              </a:rPr>
              <a:t>Example 1</a:t>
            </a:r>
            <a:br>
              <a:rPr lang="en-US" sz="1800">
                <a:solidFill>
                  <a:schemeClr val="dk1"/>
                </a:solidFill>
                <a:latin typeface="Calibri"/>
                <a:ea typeface="Calibri"/>
                <a:cs typeface="Calibri"/>
                <a:sym typeface="Calibri"/>
              </a:rPr>
            </a:br>
            <a:r>
              <a:rPr lang="en-US" sz="2000">
                <a:solidFill>
                  <a:srgbClr val="222426"/>
                </a:solidFill>
                <a:latin typeface="Arial"/>
                <a:ea typeface="Arial"/>
                <a:cs typeface="Arial"/>
                <a:sym typeface="Arial"/>
              </a:rPr>
              <a:t>Children under 2 ride the buss for free. Young people pay $10, Adults $15 and Senior Citizen pay $5.</a:t>
            </a:r>
            <a:br>
              <a:rPr lang="en-US" sz="2000">
                <a:solidFill>
                  <a:schemeClr val="dk1"/>
                </a:solidFill>
                <a:latin typeface="Calibri"/>
                <a:ea typeface="Calibri"/>
                <a:cs typeface="Calibri"/>
                <a:sym typeface="Calibri"/>
              </a:rPr>
            </a:br>
            <a:r>
              <a:rPr lang="en-US" sz="2000">
                <a:solidFill>
                  <a:srgbClr val="222426"/>
                </a:solidFill>
                <a:latin typeface="Arial"/>
                <a:ea typeface="Arial"/>
                <a:cs typeface="Arial"/>
                <a:sym typeface="Arial"/>
              </a:rPr>
              <a:t>Classes:</a:t>
            </a:r>
            <a:br>
              <a:rPr lang="en-US" sz="2000">
                <a:solidFill>
                  <a:schemeClr val="dk1"/>
                </a:solidFill>
                <a:latin typeface="Calibri"/>
                <a:ea typeface="Calibri"/>
                <a:cs typeface="Calibri"/>
                <a:sym typeface="Calibri"/>
              </a:rPr>
            </a:br>
            <a:r>
              <a:rPr lang="en-US" sz="2000">
                <a:solidFill>
                  <a:srgbClr val="222426"/>
                </a:solidFill>
                <a:latin typeface="Arial"/>
                <a:ea typeface="Arial"/>
                <a:cs typeface="Arial"/>
                <a:sym typeface="Arial"/>
              </a:rPr>
              <a:t>Price:0 -&gt; Age:0-1</a:t>
            </a:r>
            <a:br>
              <a:rPr lang="en-US" sz="2000">
                <a:solidFill>
                  <a:schemeClr val="dk1"/>
                </a:solidFill>
                <a:latin typeface="Calibri"/>
                <a:ea typeface="Calibri"/>
                <a:cs typeface="Calibri"/>
                <a:sym typeface="Calibri"/>
              </a:rPr>
            </a:br>
            <a:r>
              <a:rPr lang="en-US" sz="2000">
                <a:solidFill>
                  <a:srgbClr val="222426"/>
                </a:solidFill>
                <a:latin typeface="Arial"/>
                <a:ea typeface="Arial"/>
                <a:cs typeface="Arial"/>
                <a:sym typeface="Arial"/>
              </a:rPr>
              <a:t>Price:10 -&gt; Age:2-14 </a:t>
            </a:r>
            <a:br>
              <a:rPr lang="en-US" sz="2000">
                <a:solidFill>
                  <a:schemeClr val="dk1"/>
                </a:solidFill>
                <a:latin typeface="Calibri"/>
                <a:ea typeface="Calibri"/>
                <a:cs typeface="Calibri"/>
                <a:sym typeface="Calibri"/>
              </a:rPr>
            </a:br>
            <a:r>
              <a:rPr lang="en-US" sz="2000">
                <a:solidFill>
                  <a:srgbClr val="222426"/>
                </a:solidFill>
                <a:latin typeface="Arial"/>
                <a:ea typeface="Arial"/>
                <a:cs typeface="Arial"/>
                <a:sym typeface="Arial"/>
              </a:rPr>
              <a:t>Price:15 -&gt; Age:15-64</a:t>
            </a:r>
            <a:br>
              <a:rPr lang="en-US" sz="2000">
                <a:solidFill>
                  <a:schemeClr val="dk1"/>
                </a:solidFill>
                <a:latin typeface="Calibri"/>
                <a:ea typeface="Calibri"/>
                <a:cs typeface="Calibri"/>
                <a:sym typeface="Calibri"/>
              </a:rPr>
            </a:br>
            <a:r>
              <a:rPr lang="en-US" sz="2000">
                <a:solidFill>
                  <a:srgbClr val="222426"/>
                </a:solidFill>
                <a:latin typeface="Arial"/>
                <a:ea typeface="Arial"/>
                <a:cs typeface="Arial"/>
                <a:sym typeface="Arial"/>
              </a:rPr>
              <a:t>Price:5 -&gt; Age:65-infinity </a:t>
            </a:r>
            <a:endParaRPr sz="2000">
              <a:solidFill>
                <a:schemeClr val="dk1"/>
              </a:solidFill>
              <a:latin typeface="Calibri"/>
              <a:ea typeface="Calibri"/>
              <a:cs typeface="Calibri"/>
              <a:sym typeface="Calibri"/>
            </a:endParaRPr>
          </a:p>
        </p:txBody>
      </p:sp>
      <p:sp>
        <p:nvSpPr>
          <p:cNvPr id="105" name="Google Shape;105;p8"/>
          <p:cNvSpPr/>
          <p:nvPr/>
        </p:nvSpPr>
        <p:spPr>
          <a:xfrm>
            <a:off x="0" y="0"/>
            <a:ext cx="9144000" cy="707886"/>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lt1"/>
                </a:solidFill>
                <a:latin typeface="Arial"/>
                <a:ea typeface="Arial"/>
                <a:cs typeface="Arial"/>
                <a:sym typeface="Arial"/>
              </a:rPr>
              <a:t>Equivalence Class Testing</a:t>
            </a:r>
            <a:endParaRPr sz="40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p:nvPr/>
        </p:nvSpPr>
        <p:spPr>
          <a:xfrm>
            <a:off x="0" y="0"/>
            <a:ext cx="9144000" cy="769441"/>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chemeClr val="lt1"/>
                </a:solidFill>
                <a:latin typeface="Arial"/>
                <a:ea typeface="Arial"/>
                <a:cs typeface="Arial"/>
                <a:sym typeface="Arial"/>
              </a:rPr>
              <a:t>Equivalence Class Techniques</a:t>
            </a:r>
            <a:endParaRPr b="1" sz="4400">
              <a:solidFill>
                <a:schemeClr val="lt1"/>
              </a:solidFill>
              <a:latin typeface="Calibri"/>
              <a:ea typeface="Calibri"/>
              <a:cs typeface="Calibri"/>
              <a:sym typeface="Calibri"/>
            </a:endParaRPr>
          </a:p>
        </p:txBody>
      </p:sp>
      <p:sp>
        <p:nvSpPr>
          <p:cNvPr id="111" name="Google Shape;111;p9"/>
          <p:cNvSpPr/>
          <p:nvPr/>
        </p:nvSpPr>
        <p:spPr>
          <a:xfrm>
            <a:off x="76200" y="1295400"/>
            <a:ext cx="9067800" cy="42934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900">
              <a:solidFill>
                <a:srgbClr val="000000"/>
              </a:solidFill>
              <a:latin typeface="Arial"/>
              <a:ea typeface="Arial"/>
              <a:cs typeface="Arial"/>
              <a:sym typeface="Arial"/>
            </a:endParaRPr>
          </a:p>
          <a:p>
            <a:pPr indent="0" lvl="0" marL="0" marR="0" rtl="0" algn="l">
              <a:spcBef>
                <a:spcPts val="0"/>
              </a:spcBef>
              <a:spcAft>
                <a:spcPts val="0"/>
              </a:spcAft>
              <a:buNone/>
            </a:pPr>
            <a:r>
              <a:rPr lang="en-US" sz="2800">
                <a:solidFill>
                  <a:srgbClr val="000000"/>
                </a:solidFill>
                <a:latin typeface="Arial"/>
                <a:ea typeface="Arial"/>
                <a:cs typeface="Arial"/>
                <a:sym typeface="Arial"/>
              </a:rPr>
              <a:t>Taking each input condition and partitioning it into two or more groups</a:t>
            </a:r>
            <a:r>
              <a:rPr lang="en-US" sz="1800">
                <a:solidFill>
                  <a:srgbClr val="000000"/>
                </a:solidFill>
                <a:latin typeface="Arial"/>
                <a:ea typeface="Arial"/>
                <a:cs typeface="Arial"/>
                <a:sym typeface="Arial"/>
              </a:rPr>
              <a:t>:</a:t>
            </a:r>
            <a:endParaRPr/>
          </a:p>
          <a:p>
            <a:pPr indent="-457200" lvl="0" marL="457200" marR="0" rtl="0" algn="l">
              <a:spcBef>
                <a:spcPts val="0"/>
              </a:spcBef>
              <a:spcAft>
                <a:spcPts val="0"/>
              </a:spcAft>
              <a:buClr>
                <a:srgbClr val="000000"/>
              </a:buClr>
              <a:buSzPts val="2800"/>
              <a:buFont typeface="Arial"/>
              <a:buChar char="•"/>
            </a:pPr>
            <a:r>
              <a:rPr b="1" lang="en-US" sz="2800">
                <a:solidFill>
                  <a:srgbClr val="000000"/>
                </a:solidFill>
                <a:latin typeface="Arial"/>
                <a:ea typeface="Arial"/>
                <a:cs typeface="Arial"/>
                <a:sym typeface="Arial"/>
              </a:rPr>
              <a:t>Input Condition</a:t>
            </a:r>
            <a:endParaRPr/>
          </a:p>
          <a:p>
            <a:pPr indent="0" lvl="0" marL="0" marR="0" rtl="0" algn="l">
              <a:spcBef>
                <a:spcPts val="0"/>
              </a:spcBef>
              <a:spcAft>
                <a:spcPts val="0"/>
              </a:spcAft>
              <a:buNone/>
            </a:pPr>
            <a:r>
              <a:rPr lang="en-US" sz="16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range of values x: 1-50</a:t>
            </a:r>
            <a:endParaRPr/>
          </a:p>
          <a:p>
            <a:pPr indent="-457200" lvl="0" marL="457200" marR="0" rtl="0" algn="l">
              <a:spcBef>
                <a:spcPts val="0"/>
              </a:spcBef>
              <a:spcAft>
                <a:spcPts val="0"/>
              </a:spcAft>
              <a:buClr>
                <a:srgbClr val="000000"/>
              </a:buClr>
              <a:buSzPts val="2800"/>
              <a:buFont typeface="Arial"/>
              <a:buChar char="•"/>
            </a:pPr>
            <a:r>
              <a:rPr b="1" lang="en-US" sz="2800">
                <a:solidFill>
                  <a:srgbClr val="000000"/>
                </a:solidFill>
                <a:latin typeface="Arial"/>
                <a:ea typeface="Arial"/>
                <a:cs typeface="Arial"/>
                <a:sym typeface="Arial"/>
              </a:rPr>
              <a:t>Valid equivalence class</a:t>
            </a:r>
            <a:endParaRPr sz="2800">
              <a:solidFill>
                <a:srgbClr val="000000"/>
              </a:solidFill>
              <a:latin typeface="Arial"/>
              <a:ea typeface="Arial"/>
              <a:cs typeface="Arial"/>
              <a:sym typeface="Arial"/>
            </a:endParaRPr>
          </a:p>
          <a:p>
            <a:pPr indent="0" lvl="0" marL="0" marR="0" rtl="0" algn="l">
              <a:spcBef>
                <a:spcPts val="0"/>
              </a:spcBef>
              <a:spcAft>
                <a:spcPts val="0"/>
              </a:spcAft>
              <a:buNone/>
            </a:pPr>
            <a:r>
              <a:rPr lang="en-US" sz="1600">
                <a:solidFill>
                  <a:srgbClr val="000000"/>
                </a:solidFill>
                <a:latin typeface="Arial"/>
                <a:ea typeface="Arial"/>
                <a:cs typeface="Arial"/>
                <a:sym typeface="Arial"/>
              </a:rPr>
              <a:t>	</a:t>
            </a:r>
            <a:r>
              <a:rPr lang="en-US" sz="3600">
                <a:solidFill>
                  <a:srgbClr val="000000"/>
                </a:solidFill>
                <a:latin typeface="Arial"/>
                <a:ea typeface="Arial"/>
                <a:cs typeface="Arial"/>
                <a:sym typeface="Arial"/>
              </a:rPr>
              <a:t>? &lt; x &lt; ?</a:t>
            </a:r>
            <a:endParaRPr/>
          </a:p>
          <a:p>
            <a:pPr indent="-457200" lvl="0" marL="457200" marR="0" rtl="0" algn="l">
              <a:spcBef>
                <a:spcPts val="0"/>
              </a:spcBef>
              <a:spcAft>
                <a:spcPts val="0"/>
              </a:spcAft>
              <a:buClr>
                <a:srgbClr val="000000"/>
              </a:buClr>
              <a:buSzPts val="2800"/>
              <a:buFont typeface="Arial"/>
              <a:buChar char="•"/>
            </a:pPr>
            <a:r>
              <a:rPr b="1" lang="en-US" sz="2800">
                <a:solidFill>
                  <a:srgbClr val="000000"/>
                </a:solidFill>
                <a:latin typeface="Arial"/>
                <a:ea typeface="Arial"/>
                <a:cs typeface="Arial"/>
                <a:sym typeface="Arial"/>
              </a:rPr>
              <a:t>Invalid equivalence classes</a:t>
            </a:r>
            <a:endParaRPr sz="2800">
              <a:solidFill>
                <a:srgbClr val="000000"/>
              </a:solidFill>
              <a:latin typeface="Arial"/>
              <a:ea typeface="Arial"/>
              <a:cs typeface="Arial"/>
              <a:sym typeface="Arial"/>
            </a:endParaRPr>
          </a:p>
          <a:p>
            <a:pPr indent="0" lvl="0" marL="0" marR="0" rtl="0" algn="l">
              <a:spcBef>
                <a:spcPts val="0"/>
              </a:spcBef>
              <a:spcAft>
                <a:spcPts val="0"/>
              </a:spcAft>
              <a:buNone/>
            </a:pPr>
            <a:r>
              <a:rPr lang="en-US" sz="2800">
                <a:solidFill>
                  <a:srgbClr val="000000"/>
                </a:solidFill>
                <a:latin typeface="Arial"/>
                <a:ea typeface="Arial"/>
                <a:cs typeface="Arial"/>
                <a:sym typeface="Arial"/>
              </a:rPr>
              <a:t>	x &lt; ?</a:t>
            </a:r>
            <a:endParaRPr/>
          </a:p>
          <a:p>
            <a:pPr indent="0" lvl="0" marL="0" marR="0" rtl="0" algn="l">
              <a:spcBef>
                <a:spcPts val="0"/>
              </a:spcBef>
              <a:spcAft>
                <a:spcPts val="0"/>
              </a:spcAft>
              <a:buNone/>
            </a:pPr>
            <a:r>
              <a:rPr lang="en-US" sz="2800">
                <a:solidFill>
                  <a:srgbClr val="000000"/>
                </a:solidFill>
                <a:latin typeface="Arial"/>
                <a:ea typeface="Arial"/>
                <a:cs typeface="Arial"/>
                <a:sym typeface="Arial"/>
              </a:rPr>
              <a:t>	x &gt; ?</a:t>
            </a:r>
            <a:endParaRPr/>
          </a:p>
        </p:txBody>
      </p:sp>
      <p:pic>
        <p:nvPicPr>
          <p:cNvPr id="112" name="Google Shape;112;p9"/>
          <p:cNvPicPr preferRelativeResize="0"/>
          <p:nvPr/>
        </p:nvPicPr>
        <p:blipFill rotWithShape="1">
          <a:blip r:embed="rId3">
            <a:alphaModFix/>
          </a:blip>
          <a:srcRect b="0" l="0" r="0" t="0"/>
          <a:stretch/>
        </p:blipFill>
        <p:spPr>
          <a:xfrm>
            <a:off x="5867400" y="5029200"/>
            <a:ext cx="1876687" cy="800212"/>
          </a:xfrm>
          <a:prstGeom prst="rect">
            <a:avLst/>
          </a:prstGeom>
          <a:noFill/>
          <a:ln>
            <a:noFill/>
          </a:ln>
        </p:spPr>
      </p:pic>
      <p:pic>
        <p:nvPicPr>
          <p:cNvPr id="113" name="Google Shape;113;p9"/>
          <p:cNvPicPr preferRelativeResize="0"/>
          <p:nvPr/>
        </p:nvPicPr>
        <p:blipFill rotWithShape="1">
          <a:blip r:embed="rId4">
            <a:alphaModFix/>
          </a:blip>
          <a:srcRect b="0" l="0" r="0" t="0"/>
          <a:stretch/>
        </p:blipFill>
        <p:spPr>
          <a:xfrm>
            <a:off x="4358634" y="5829412"/>
            <a:ext cx="4629796" cy="9240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0"/>
          <p:cNvSpPr/>
          <p:nvPr/>
        </p:nvSpPr>
        <p:spPr>
          <a:xfrm>
            <a:off x="0" y="11723"/>
            <a:ext cx="9144000" cy="830997"/>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lt1"/>
                </a:solidFill>
                <a:latin typeface="Calibri"/>
                <a:ea typeface="Calibri"/>
                <a:cs typeface="Calibri"/>
                <a:sym typeface="Calibri"/>
              </a:rPr>
              <a:t>Equivalence Class -Limitations </a:t>
            </a:r>
            <a:endParaRPr/>
          </a:p>
        </p:txBody>
      </p:sp>
      <p:sp>
        <p:nvSpPr>
          <p:cNvPr id="119" name="Google Shape;119;p10"/>
          <p:cNvSpPr/>
          <p:nvPr/>
        </p:nvSpPr>
        <p:spPr>
          <a:xfrm>
            <a:off x="0" y="1981200"/>
            <a:ext cx="9144000" cy="2846933"/>
          </a:xfrm>
          <a:prstGeom prst="rect">
            <a:avLst/>
          </a:prstGeom>
          <a:noFill/>
          <a:ln>
            <a:noFill/>
          </a:ln>
        </p:spPr>
        <p:txBody>
          <a:bodyPr anchorCtr="0" anchor="t" bIns="45700" lIns="91425" spcFirstLastPara="1" rIns="91425" wrap="square" tIns="45700">
            <a:spAutoFit/>
          </a:bodyPr>
          <a:lstStyle/>
          <a:p>
            <a:pPr indent="-101600" lvl="0" marL="171450" marR="0" rtl="0" algn="just">
              <a:spcBef>
                <a:spcPts val="0"/>
              </a:spcBef>
              <a:spcAft>
                <a:spcPts val="0"/>
              </a:spcAft>
              <a:buClr>
                <a:schemeClr val="dk1"/>
              </a:buClr>
              <a:buSzPts val="1100"/>
              <a:buFont typeface="Arial"/>
              <a:buNone/>
            </a:pPr>
            <a:r>
              <a:t/>
            </a:r>
            <a:endParaRPr sz="1100">
              <a:solidFill>
                <a:srgbClr val="000000"/>
              </a:solidFill>
              <a:latin typeface="Arial"/>
              <a:ea typeface="Arial"/>
              <a:cs typeface="Arial"/>
              <a:sym typeface="Arial"/>
            </a:endParaRPr>
          </a:p>
          <a:p>
            <a:pPr indent="-285750" lvl="0" marL="285750" marR="0" rtl="0" algn="just">
              <a:spcBef>
                <a:spcPts val="0"/>
              </a:spcBef>
              <a:spcAft>
                <a:spcPts val="0"/>
              </a:spcAft>
              <a:buClr>
                <a:srgbClr val="000000"/>
              </a:buClr>
              <a:buSzPts val="2800"/>
              <a:buFont typeface="Arial"/>
              <a:buChar char="•"/>
            </a:pPr>
            <a:r>
              <a:rPr lang="en-US" sz="2800">
                <a:solidFill>
                  <a:srgbClr val="000000"/>
                </a:solidFill>
                <a:latin typeface="Arial"/>
                <a:ea typeface="Arial"/>
                <a:cs typeface="Arial"/>
                <a:sym typeface="Arial"/>
              </a:rPr>
              <a:t>It is most suited to systems in which much of the input data takes on values within    ranges or within sets.</a:t>
            </a:r>
            <a:endParaRPr/>
          </a:p>
          <a:p>
            <a:pPr indent="-107950" lvl="0" marL="285750" marR="0" rtl="0" algn="just">
              <a:spcBef>
                <a:spcPts val="0"/>
              </a:spcBef>
              <a:spcAft>
                <a:spcPts val="0"/>
              </a:spcAft>
              <a:buClr>
                <a:schemeClr val="dk1"/>
              </a:buClr>
              <a:buSzPts val="2800"/>
              <a:buFont typeface="Arial"/>
              <a:buNone/>
            </a:pPr>
            <a:r>
              <a:t/>
            </a:r>
            <a:endParaRPr sz="2800">
              <a:solidFill>
                <a:srgbClr val="000000"/>
              </a:solidFill>
              <a:latin typeface="Arial"/>
              <a:ea typeface="Arial"/>
              <a:cs typeface="Arial"/>
              <a:sym typeface="Arial"/>
            </a:endParaRPr>
          </a:p>
          <a:p>
            <a:pPr indent="-285750" lvl="0" marL="285750" marR="0" rtl="0" algn="just">
              <a:spcBef>
                <a:spcPts val="0"/>
              </a:spcBef>
              <a:spcAft>
                <a:spcPts val="0"/>
              </a:spcAft>
              <a:buClr>
                <a:srgbClr val="000000"/>
              </a:buClr>
              <a:buSzPts val="2800"/>
              <a:buFont typeface="Arial"/>
              <a:buChar char="•"/>
            </a:pPr>
            <a:r>
              <a:rPr lang="en-US" sz="2800">
                <a:solidFill>
                  <a:srgbClr val="000000"/>
                </a:solidFill>
                <a:latin typeface="Arial"/>
                <a:ea typeface="Arial"/>
                <a:cs typeface="Arial"/>
                <a:sym typeface="Arial"/>
              </a:rPr>
              <a:t>It makes the assumption that data in the same equivalence class is processed in the same way by the system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1"/>
          <p:cNvSpPr/>
          <p:nvPr/>
        </p:nvSpPr>
        <p:spPr>
          <a:xfrm>
            <a:off x="1524000" y="5638800"/>
            <a:ext cx="6291274"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rgbClr val="0070C0"/>
                </a:solidFill>
                <a:latin typeface="Arial"/>
                <a:ea typeface="Arial"/>
                <a:cs typeface="Arial"/>
                <a:sym typeface="Arial"/>
              </a:rPr>
              <a:t>Boundary Value Analysis</a:t>
            </a:r>
            <a:endParaRPr sz="4000">
              <a:solidFill>
                <a:srgbClr val="0070C0"/>
              </a:solidFill>
              <a:latin typeface="Calibri"/>
              <a:ea typeface="Calibri"/>
              <a:cs typeface="Calibri"/>
              <a:sym typeface="Calibri"/>
            </a:endParaRPr>
          </a:p>
        </p:txBody>
      </p:sp>
      <p:sp>
        <p:nvSpPr>
          <p:cNvPr id="125" name="Google Shape;125;p11"/>
          <p:cNvSpPr/>
          <p:nvPr/>
        </p:nvSpPr>
        <p:spPr>
          <a:xfrm>
            <a:off x="1143000" y="1219200"/>
            <a:ext cx="6858000" cy="4419600"/>
          </a:xfrm>
          <a:prstGeom prst="ellipse">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4800">
                <a:solidFill>
                  <a:srgbClr val="002060"/>
                </a:solidFill>
                <a:latin typeface="Calibri"/>
                <a:ea typeface="Calibri"/>
                <a:cs typeface="Calibri"/>
                <a:sym typeface="Calibri"/>
              </a:rPr>
              <a:t>Maximum Defects occurs on Boundaries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2"/>
          <p:cNvSpPr/>
          <p:nvPr/>
        </p:nvSpPr>
        <p:spPr>
          <a:xfrm>
            <a:off x="33270" y="1447800"/>
            <a:ext cx="9110730" cy="42165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1200">
              <a:solidFill>
                <a:srgbClr val="000000"/>
              </a:solidFill>
              <a:latin typeface="Calibri"/>
              <a:ea typeface="Calibri"/>
              <a:cs typeface="Calibri"/>
              <a:sym typeface="Calibri"/>
            </a:endParaRPr>
          </a:p>
          <a:p>
            <a:pPr indent="0" lvl="0" marL="0" marR="0" rtl="0" algn="just">
              <a:spcBef>
                <a:spcPts val="0"/>
              </a:spcBef>
              <a:spcAft>
                <a:spcPts val="0"/>
              </a:spcAft>
              <a:buNone/>
            </a:pPr>
            <a:r>
              <a:rPr lang="en-US" sz="3200">
                <a:solidFill>
                  <a:srgbClr val="000000"/>
                </a:solidFill>
                <a:latin typeface="Calibri"/>
                <a:ea typeface="Calibri"/>
                <a:cs typeface="Calibri"/>
                <a:sym typeface="Calibri"/>
              </a:rPr>
              <a:t>Boundary value testing focuses on the boundaries simply because that is where so many defects hide. The defects can be in the requirements or in the code.</a:t>
            </a:r>
            <a:endParaRPr/>
          </a:p>
          <a:p>
            <a:pPr indent="0" lvl="0" marL="0" marR="0" rtl="0" algn="just">
              <a:spcBef>
                <a:spcPts val="0"/>
              </a:spcBef>
              <a:spcAft>
                <a:spcPts val="0"/>
              </a:spcAft>
              <a:buNone/>
            </a:pPr>
            <a:r>
              <a:t/>
            </a:r>
            <a:endParaRPr sz="3200">
              <a:solidFill>
                <a:srgbClr val="000000"/>
              </a:solidFill>
              <a:latin typeface="Calibri"/>
              <a:ea typeface="Calibri"/>
              <a:cs typeface="Calibri"/>
              <a:sym typeface="Calibri"/>
            </a:endParaRPr>
          </a:p>
          <a:p>
            <a:pPr indent="0" lvl="0" marL="0" marR="0" rtl="0" algn="just">
              <a:spcBef>
                <a:spcPts val="0"/>
              </a:spcBef>
              <a:spcAft>
                <a:spcPts val="0"/>
              </a:spcAft>
              <a:buNone/>
            </a:pPr>
            <a:r>
              <a:rPr lang="en-US" sz="3200">
                <a:solidFill>
                  <a:srgbClr val="000000"/>
                </a:solidFill>
                <a:latin typeface="Calibri"/>
                <a:ea typeface="Calibri"/>
                <a:cs typeface="Calibri"/>
                <a:sym typeface="Calibri"/>
              </a:rPr>
              <a:t>The most </a:t>
            </a:r>
            <a:r>
              <a:rPr b="1" lang="en-US" sz="3200">
                <a:solidFill>
                  <a:srgbClr val="00B050"/>
                </a:solidFill>
                <a:latin typeface="Calibri"/>
                <a:ea typeface="Calibri"/>
                <a:cs typeface="Calibri"/>
                <a:sym typeface="Calibri"/>
              </a:rPr>
              <a:t>efficient</a:t>
            </a:r>
            <a:r>
              <a:rPr lang="en-US" sz="3200">
                <a:solidFill>
                  <a:srgbClr val="000000"/>
                </a:solidFill>
                <a:latin typeface="Calibri"/>
                <a:ea typeface="Calibri"/>
                <a:cs typeface="Calibri"/>
                <a:sym typeface="Calibri"/>
              </a:rPr>
              <a:t> way of finding such defects, either in the requirements or the code, is through </a:t>
            </a:r>
            <a:r>
              <a:rPr b="1" lang="en-US" sz="3200" u="sng">
                <a:solidFill>
                  <a:srgbClr val="00B050"/>
                </a:solidFill>
                <a:latin typeface="Calibri"/>
                <a:ea typeface="Calibri"/>
                <a:cs typeface="Calibri"/>
                <a:sym typeface="Calibri"/>
              </a:rPr>
              <a:t>inspection</a:t>
            </a:r>
            <a:endParaRPr/>
          </a:p>
        </p:txBody>
      </p:sp>
      <p:sp>
        <p:nvSpPr>
          <p:cNvPr id="131" name="Google Shape;131;p12"/>
          <p:cNvSpPr/>
          <p:nvPr/>
        </p:nvSpPr>
        <p:spPr>
          <a:xfrm>
            <a:off x="0" y="0"/>
            <a:ext cx="9144000" cy="830997"/>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lt1"/>
                </a:solidFill>
                <a:latin typeface="Arial"/>
                <a:ea typeface="Arial"/>
                <a:cs typeface="Arial"/>
                <a:sym typeface="Arial"/>
              </a:rPr>
              <a:t>Boundary Value Analysis</a:t>
            </a:r>
            <a:endParaRPr b="1" sz="48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3"/>
          <p:cNvSpPr/>
          <p:nvPr/>
        </p:nvSpPr>
        <p:spPr>
          <a:xfrm>
            <a:off x="76200" y="872028"/>
            <a:ext cx="8991600" cy="41395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1100">
              <a:solidFill>
                <a:srgbClr val="000000"/>
              </a:solidFill>
              <a:latin typeface="Arial"/>
              <a:ea typeface="Arial"/>
              <a:cs typeface="Arial"/>
              <a:sym typeface="Arial"/>
            </a:endParaRPr>
          </a:p>
          <a:p>
            <a:pPr indent="0" lvl="0" marL="0" marR="0" rtl="0" algn="just">
              <a:spcBef>
                <a:spcPts val="0"/>
              </a:spcBef>
              <a:spcAft>
                <a:spcPts val="0"/>
              </a:spcAft>
              <a:buNone/>
            </a:pPr>
            <a:r>
              <a:rPr lang="en-US" sz="2800">
                <a:solidFill>
                  <a:srgbClr val="000000"/>
                </a:solidFill>
                <a:latin typeface="Arial"/>
                <a:ea typeface="Arial"/>
                <a:cs typeface="Arial"/>
                <a:sym typeface="Arial"/>
              </a:rPr>
              <a:t>1.Identify the </a:t>
            </a:r>
            <a:r>
              <a:rPr lang="en-US" sz="2800">
                <a:solidFill>
                  <a:srgbClr val="FF0000"/>
                </a:solidFill>
                <a:latin typeface="Arial"/>
                <a:ea typeface="Arial"/>
                <a:cs typeface="Arial"/>
                <a:sym typeface="Arial"/>
              </a:rPr>
              <a:t>Ecs</a:t>
            </a:r>
            <a:endParaRPr sz="2800">
              <a:solidFill>
                <a:srgbClr val="FF0000"/>
              </a:solidFill>
              <a:latin typeface="Arial"/>
              <a:ea typeface="Arial"/>
              <a:cs typeface="Arial"/>
              <a:sym typeface="Arial"/>
            </a:endParaRPr>
          </a:p>
          <a:p>
            <a:pPr indent="0" lvl="0" marL="0" marR="0" rtl="0" algn="just">
              <a:spcBef>
                <a:spcPts val="0"/>
              </a:spcBef>
              <a:spcAft>
                <a:spcPts val="0"/>
              </a:spcAft>
              <a:buNone/>
            </a:pPr>
            <a:r>
              <a:t/>
            </a:r>
            <a:endParaRPr sz="2800">
              <a:solidFill>
                <a:srgbClr val="FF0000"/>
              </a:solidFill>
              <a:latin typeface="Arial"/>
              <a:ea typeface="Arial"/>
              <a:cs typeface="Arial"/>
              <a:sym typeface="Arial"/>
            </a:endParaRPr>
          </a:p>
          <a:p>
            <a:pPr indent="0" lvl="0" marL="0" marR="0" rtl="0" algn="just">
              <a:spcBef>
                <a:spcPts val="0"/>
              </a:spcBef>
              <a:spcAft>
                <a:spcPts val="0"/>
              </a:spcAft>
              <a:buNone/>
            </a:pPr>
            <a:r>
              <a:rPr lang="en-US" sz="2800">
                <a:solidFill>
                  <a:srgbClr val="000000"/>
                </a:solidFill>
                <a:latin typeface="Arial"/>
                <a:ea typeface="Arial"/>
                <a:cs typeface="Arial"/>
                <a:sym typeface="Arial"/>
              </a:rPr>
              <a:t>2.Identify the </a:t>
            </a:r>
            <a:r>
              <a:rPr lang="en-US" sz="2800">
                <a:solidFill>
                  <a:srgbClr val="FF0000"/>
                </a:solidFill>
                <a:latin typeface="Arial"/>
                <a:ea typeface="Arial"/>
                <a:cs typeface="Arial"/>
                <a:sym typeface="Arial"/>
              </a:rPr>
              <a:t>boundaries</a:t>
            </a:r>
            <a:r>
              <a:rPr lang="en-US" sz="2800">
                <a:solidFill>
                  <a:srgbClr val="000000"/>
                </a:solidFill>
                <a:latin typeface="Arial"/>
                <a:ea typeface="Arial"/>
                <a:cs typeface="Arial"/>
                <a:sym typeface="Arial"/>
              </a:rPr>
              <a:t> of each </a:t>
            </a:r>
            <a:r>
              <a:rPr lang="en-US" sz="2800">
                <a:solidFill>
                  <a:srgbClr val="FF0000"/>
                </a:solidFill>
                <a:latin typeface="Arial"/>
                <a:ea typeface="Arial"/>
                <a:cs typeface="Arial"/>
                <a:sym typeface="Arial"/>
              </a:rPr>
              <a:t>EC</a:t>
            </a:r>
            <a:endParaRPr/>
          </a:p>
          <a:p>
            <a:pPr indent="0" lvl="0" marL="0" marR="0" rtl="0" algn="just">
              <a:spcBef>
                <a:spcPts val="0"/>
              </a:spcBef>
              <a:spcAft>
                <a:spcPts val="0"/>
              </a:spcAft>
              <a:buNone/>
            </a:pPr>
            <a:r>
              <a:t/>
            </a:r>
            <a:endParaRPr sz="2800">
              <a:solidFill>
                <a:srgbClr val="FF0000"/>
              </a:solidFill>
              <a:latin typeface="Arial"/>
              <a:ea typeface="Arial"/>
              <a:cs typeface="Arial"/>
              <a:sym typeface="Arial"/>
            </a:endParaRPr>
          </a:p>
          <a:p>
            <a:pPr indent="0" lvl="0" marL="0" marR="0" rtl="0" algn="just">
              <a:spcBef>
                <a:spcPts val="0"/>
              </a:spcBef>
              <a:spcAft>
                <a:spcPts val="0"/>
              </a:spcAft>
              <a:buNone/>
            </a:pPr>
            <a:r>
              <a:rPr lang="en-US" sz="2800">
                <a:solidFill>
                  <a:srgbClr val="000000"/>
                </a:solidFill>
                <a:latin typeface="Arial"/>
                <a:ea typeface="Arial"/>
                <a:cs typeface="Arial"/>
                <a:sym typeface="Arial"/>
              </a:rPr>
              <a:t>3.Create </a:t>
            </a:r>
            <a:r>
              <a:rPr lang="en-US" sz="2800">
                <a:solidFill>
                  <a:srgbClr val="FF0000"/>
                </a:solidFill>
                <a:latin typeface="Arial"/>
                <a:ea typeface="Arial"/>
                <a:cs typeface="Arial"/>
                <a:sym typeface="Arial"/>
              </a:rPr>
              <a:t>test cases </a:t>
            </a:r>
            <a:r>
              <a:rPr lang="en-US" sz="2800">
                <a:solidFill>
                  <a:srgbClr val="000000"/>
                </a:solidFill>
                <a:latin typeface="Arial"/>
                <a:ea typeface="Arial"/>
                <a:cs typeface="Arial"/>
                <a:sym typeface="Arial"/>
              </a:rPr>
              <a:t>for each </a:t>
            </a:r>
            <a:r>
              <a:rPr lang="en-US" sz="2800">
                <a:solidFill>
                  <a:srgbClr val="FF0000"/>
                </a:solidFill>
                <a:latin typeface="Arial"/>
                <a:ea typeface="Arial"/>
                <a:cs typeface="Arial"/>
                <a:sym typeface="Arial"/>
              </a:rPr>
              <a:t>boundary value </a:t>
            </a:r>
            <a:r>
              <a:rPr lang="en-US" sz="2800">
                <a:solidFill>
                  <a:srgbClr val="000000"/>
                </a:solidFill>
                <a:latin typeface="Arial"/>
                <a:ea typeface="Arial"/>
                <a:cs typeface="Arial"/>
                <a:sym typeface="Arial"/>
              </a:rPr>
              <a:t>by choosing </a:t>
            </a:r>
            <a:r>
              <a:rPr lang="en-US" sz="2800">
                <a:solidFill>
                  <a:srgbClr val="FF0000"/>
                </a:solidFill>
                <a:latin typeface="Arial"/>
                <a:ea typeface="Arial"/>
                <a:cs typeface="Arial"/>
                <a:sym typeface="Arial"/>
              </a:rPr>
              <a:t>one point </a:t>
            </a:r>
            <a:r>
              <a:rPr lang="en-US" sz="2800">
                <a:solidFill>
                  <a:srgbClr val="000000"/>
                </a:solidFill>
                <a:latin typeface="Arial"/>
                <a:ea typeface="Arial"/>
                <a:cs typeface="Arial"/>
                <a:sym typeface="Arial"/>
              </a:rPr>
              <a:t>on the boundary, </a:t>
            </a:r>
            <a:r>
              <a:rPr lang="en-US" sz="2800">
                <a:solidFill>
                  <a:srgbClr val="FF0000"/>
                </a:solidFill>
                <a:latin typeface="Arial"/>
                <a:ea typeface="Arial"/>
                <a:cs typeface="Arial"/>
                <a:sym typeface="Arial"/>
              </a:rPr>
              <a:t>one point </a:t>
            </a:r>
            <a:r>
              <a:rPr lang="en-US" sz="2800">
                <a:solidFill>
                  <a:srgbClr val="000000"/>
                </a:solidFill>
                <a:latin typeface="Arial"/>
                <a:ea typeface="Arial"/>
                <a:cs typeface="Arial"/>
                <a:sym typeface="Arial"/>
              </a:rPr>
              <a:t>just </a:t>
            </a:r>
            <a:r>
              <a:rPr lang="en-US" sz="2800">
                <a:solidFill>
                  <a:srgbClr val="FF0000"/>
                </a:solidFill>
                <a:latin typeface="Arial"/>
                <a:ea typeface="Arial"/>
                <a:cs typeface="Arial"/>
                <a:sym typeface="Arial"/>
              </a:rPr>
              <a:t>below</a:t>
            </a:r>
            <a:r>
              <a:rPr lang="en-US" sz="2800">
                <a:solidFill>
                  <a:srgbClr val="000000"/>
                </a:solidFill>
                <a:latin typeface="Arial"/>
                <a:ea typeface="Arial"/>
                <a:cs typeface="Arial"/>
                <a:sym typeface="Arial"/>
              </a:rPr>
              <a:t> the boundary, and </a:t>
            </a:r>
            <a:r>
              <a:rPr lang="en-US" sz="2800">
                <a:solidFill>
                  <a:srgbClr val="FF0000"/>
                </a:solidFill>
                <a:latin typeface="Arial"/>
                <a:ea typeface="Arial"/>
                <a:cs typeface="Arial"/>
                <a:sym typeface="Arial"/>
              </a:rPr>
              <a:t>one point </a:t>
            </a:r>
            <a:r>
              <a:rPr lang="en-US" sz="2800">
                <a:solidFill>
                  <a:srgbClr val="000000"/>
                </a:solidFill>
                <a:latin typeface="Arial"/>
                <a:ea typeface="Arial"/>
                <a:cs typeface="Arial"/>
                <a:sym typeface="Arial"/>
              </a:rPr>
              <a:t>just above the boundary</a:t>
            </a:r>
            <a:endParaRPr/>
          </a:p>
          <a:p>
            <a:pPr indent="0" lvl="0" marL="0" marR="0" rtl="0" algn="just">
              <a:spcBef>
                <a:spcPts val="0"/>
              </a:spcBef>
              <a:spcAft>
                <a:spcPts val="0"/>
              </a:spcAft>
              <a:buNone/>
            </a:pPr>
            <a:r>
              <a:t/>
            </a:r>
            <a:endParaRPr sz="2800">
              <a:solidFill>
                <a:srgbClr val="000000"/>
              </a:solidFill>
              <a:latin typeface="Arial"/>
              <a:ea typeface="Arial"/>
              <a:cs typeface="Arial"/>
              <a:sym typeface="Arial"/>
            </a:endParaRPr>
          </a:p>
        </p:txBody>
      </p:sp>
      <p:sp>
        <p:nvSpPr>
          <p:cNvPr id="137" name="Google Shape;137;p13"/>
          <p:cNvSpPr/>
          <p:nvPr/>
        </p:nvSpPr>
        <p:spPr>
          <a:xfrm>
            <a:off x="0" y="5862"/>
            <a:ext cx="9144000" cy="830997"/>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lt1"/>
                </a:solidFill>
                <a:latin typeface="Arial"/>
                <a:ea typeface="Arial"/>
                <a:cs typeface="Arial"/>
                <a:sym typeface="Arial"/>
              </a:rPr>
              <a:t>Boundary Value Analysis</a:t>
            </a:r>
            <a:endParaRPr b="1" sz="48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14"/>
          <p:cNvPicPr preferRelativeResize="0"/>
          <p:nvPr/>
        </p:nvPicPr>
        <p:blipFill rotWithShape="1">
          <a:blip r:embed="rId3">
            <a:alphaModFix/>
          </a:blip>
          <a:srcRect b="0" l="0" r="0" t="0"/>
          <a:stretch/>
        </p:blipFill>
        <p:spPr>
          <a:xfrm>
            <a:off x="0" y="868017"/>
            <a:ext cx="9126016" cy="515178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p:nvPr/>
        </p:nvSpPr>
        <p:spPr>
          <a:xfrm>
            <a:off x="-2932" y="0"/>
            <a:ext cx="9146931" cy="707886"/>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lt1"/>
                </a:solidFill>
                <a:latin typeface="Arial"/>
                <a:ea typeface="Arial"/>
                <a:cs typeface="Arial"/>
                <a:sym typeface="Arial"/>
              </a:rPr>
              <a:t>Boundary Value Analysis -Example</a:t>
            </a:r>
            <a:endParaRPr b="1" sz="4000">
              <a:solidFill>
                <a:schemeClr val="lt1"/>
              </a:solidFill>
              <a:latin typeface="Calibri"/>
              <a:ea typeface="Calibri"/>
              <a:cs typeface="Calibri"/>
              <a:sym typeface="Calibri"/>
            </a:endParaRPr>
          </a:p>
        </p:txBody>
      </p:sp>
      <p:sp>
        <p:nvSpPr>
          <p:cNvPr id="148" name="Google Shape;148;p15"/>
          <p:cNvSpPr/>
          <p:nvPr/>
        </p:nvSpPr>
        <p:spPr>
          <a:xfrm>
            <a:off x="20392" y="1066800"/>
            <a:ext cx="8895008" cy="23544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100">
              <a:solidFill>
                <a:srgbClr val="000000"/>
              </a:solidFill>
              <a:latin typeface="Arial"/>
              <a:ea typeface="Arial"/>
              <a:cs typeface="Arial"/>
              <a:sym typeface="Arial"/>
            </a:endParaRPr>
          </a:p>
          <a:p>
            <a:pPr indent="0" lvl="0" marL="0" marR="0" rtl="0" algn="l">
              <a:spcBef>
                <a:spcPts val="0"/>
              </a:spcBef>
              <a:spcAft>
                <a:spcPts val="0"/>
              </a:spcAft>
              <a:buNone/>
            </a:pPr>
            <a:r>
              <a:rPr b="1" lang="en-US" sz="2800">
                <a:solidFill>
                  <a:srgbClr val="000000"/>
                </a:solidFill>
                <a:latin typeface="Arial"/>
                <a:ea typeface="Arial"/>
                <a:cs typeface="Arial"/>
                <a:sym typeface="Arial"/>
              </a:rPr>
              <a:t>Specification: </a:t>
            </a:r>
            <a:r>
              <a:rPr lang="en-US" sz="2800">
                <a:solidFill>
                  <a:srgbClr val="000000"/>
                </a:solidFill>
                <a:latin typeface="Arial"/>
                <a:ea typeface="Arial"/>
                <a:cs typeface="Arial"/>
                <a:sym typeface="Arial"/>
              </a:rPr>
              <a:t>the program accepts three to six inputs which are 5 digit integers equal to or greater than 10000.</a:t>
            </a:r>
            <a:endParaRPr/>
          </a:p>
          <a:p>
            <a:pPr indent="0" lvl="0" marL="0" marR="0" rtl="0" algn="l">
              <a:spcBef>
                <a:spcPts val="0"/>
              </a:spcBef>
              <a:spcAft>
                <a:spcPts val="0"/>
              </a:spcAft>
              <a:buNone/>
            </a:pPr>
            <a:r>
              <a:t/>
            </a:r>
            <a:endParaRPr sz="2800">
              <a:solidFill>
                <a:srgbClr val="000000"/>
              </a:solidFill>
              <a:latin typeface="Arial"/>
              <a:ea typeface="Arial"/>
              <a:cs typeface="Arial"/>
              <a:sym typeface="Arial"/>
            </a:endParaRPr>
          </a:p>
          <a:p>
            <a:pPr indent="0" lvl="0" marL="0" marR="0" rtl="0" algn="l">
              <a:spcBef>
                <a:spcPts val="0"/>
              </a:spcBef>
              <a:spcAft>
                <a:spcPts val="0"/>
              </a:spcAft>
              <a:buNone/>
            </a:pPr>
            <a:r>
              <a:rPr lang="en-US" sz="2400">
                <a:solidFill>
                  <a:srgbClr val="000000"/>
                </a:solidFill>
                <a:latin typeface="Arial"/>
                <a:ea typeface="Arial"/>
                <a:cs typeface="Arial"/>
                <a:sym typeface="Arial"/>
              </a:rPr>
              <a:t>Input Values</a:t>
            </a:r>
            <a:endParaRPr/>
          </a:p>
        </p:txBody>
      </p:sp>
      <p:pic>
        <p:nvPicPr>
          <p:cNvPr id="149" name="Google Shape;149;p15"/>
          <p:cNvPicPr preferRelativeResize="0"/>
          <p:nvPr/>
        </p:nvPicPr>
        <p:blipFill rotWithShape="1">
          <a:blip r:embed="rId3">
            <a:alphaModFix/>
          </a:blip>
          <a:srcRect b="0" l="0" r="0" t="0"/>
          <a:stretch/>
        </p:blipFill>
        <p:spPr>
          <a:xfrm>
            <a:off x="20392" y="3051958"/>
            <a:ext cx="8971208" cy="281544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16"/>
          <p:cNvPicPr preferRelativeResize="0"/>
          <p:nvPr/>
        </p:nvPicPr>
        <p:blipFill rotWithShape="1">
          <a:blip r:embed="rId3">
            <a:alphaModFix/>
          </a:blip>
          <a:srcRect b="0" l="0" r="0" t="0"/>
          <a:stretch/>
        </p:blipFill>
        <p:spPr>
          <a:xfrm>
            <a:off x="0" y="685800"/>
            <a:ext cx="9144000" cy="4563112"/>
          </a:xfrm>
          <a:prstGeom prst="rect">
            <a:avLst/>
          </a:prstGeom>
          <a:noFill/>
          <a:ln>
            <a:noFill/>
          </a:ln>
        </p:spPr>
      </p:pic>
      <p:sp>
        <p:nvSpPr>
          <p:cNvPr id="155" name="Google Shape;155;p16"/>
          <p:cNvSpPr/>
          <p:nvPr/>
        </p:nvSpPr>
        <p:spPr>
          <a:xfrm>
            <a:off x="-2932" y="0"/>
            <a:ext cx="9146931" cy="707886"/>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lt1"/>
                </a:solidFill>
                <a:latin typeface="Arial"/>
                <a:ea typeface="Arial"/>
                <a:cs typeface="Arial"/>
                <a:sym typeface="Arial"/>
              </a:rPr>
              <a:t>Boundary Value Analysis -Example</a:t>
            </a:r>
            <a:endParaRPr b="1" sz="40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p:nvPr/>
        </p:nvSpPr>
        <p:spPr>
          <a:xfrm>
            <a:off x="0" y="1371600"/>
            <a:ext cx="9144000" cy="3231654"/>
          </a:xfrm>
          <a:prstGeom prst="rect">
            <a:avLst/>
          </a:prstGeom>
          <a:noFill/>
          <a:ln>
            <a:noFill/>
          </a:ln>
        </p:spPr>
        <p:txBody>
          <a:bodyPr anchorCtr="0" anchor="t" bIns="45700" lIns="91425" spcFirstLastPara="1" rIns="91425" wrap="square" tIns="45700">
            <a:spAutoFit/>
          </a:bodyPr>
          <a:lstStyle/>
          <a:p>
            <a:pPr indent="-95250" lvl="0" marL="171450" marR="0" rtl="0" algn="just">
              <a:spcBef>
                <a:spcPts val="0"/>
              </a:spcBef>
              <a:spcAft>
                <a:spcPts val="0"/>
              </a:spcAft>
              <a:buClr>
                <a:schemeClr val="dk1"/>
              </a:buClr>
              <a:buSzPts val="1200"/>
              <a:buFont typeface="Arial"/>
              <a:buNone/>
            </a:pPr>
            <a:r>
              <a:t/>
            </a:r>
            <a:endParaRPr sz="1200">
              <a:solidFill>
                <a:srgbClr val="000000"/>
              </a:solidFill>
              <a:latin typeface="Calibri"/>
              <a:ea typeface="Calibri"/>
              <a:cs typeface="Calibri"/>
              <a:sym typeface="Calibri"/>
            </a:endParaRPr>
          </a:p>
          <a:p>
            <a:pPr indent="-285750" lvl="0" marL="285750" marR="0" rtl="0" algn="just">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Boundary value testing is equally applicable at the </a:t>
            </a:r>
            <a:r>
              <a:rPr b="1" lang="en-US" sz="3200">
                <a:solidFill>
                  <a:srgbClr val="FF0000"/>
                </a:solidFill>
                <a:latin typeface="Calibri"/>
                <a:ea typeface="Calibri"/>
                <a:cs typeface="Calibri"/>
                <a:sym typeface="Calibri"/>
              </a:rPr>
              <a:t>unit</a:t>
            </a:r>
            <a:r>
              <a:rPr lang="en-US" sz="3200">
                <a:solidFill>
                  <a:srgbClr val="000000"/>
                </a:solidFill>
                <a:latin typeface="Calibri"/>
                <a:ea typeface="Calibri"/>
                <a:cs typeface="Calibri"/>
                <a:sym typeface="Calibri"/>
              </a:rPr>
              <a:t>, </a:t>
            </a:r>
            <a:r>
              <a:rPr b="1" lang="en-US" sz="3200">
                <a:solidFill>
                  <a:srgbClr val="FF0000"/>
                </a:solidFill>
                <a:latin typeface="Calibri"/>
                <a:ea typeface="Calibri"/>
                <a:cs typeface="Calibri"/>
                <a:sym typeface="Calibri"/>
              </a:rPr>
              <a:t>integration</a:t>
            </a:r>
            <a:r>
              <a:rPr lang="en-US" sz="3200">
                <a:solidFill>
                  <a:srgbClr val="000000"/>
                </a:solidFill>
                <a:latin typeface="Calibri"/>
                <a:ea typeface="Calibri"/>
                <a:cs typeface="Calibri"/>
                <a:sym typeface="Calibri"/>
              </a:rPr>
              <a:t>, </a:t>
            </a:r>
            <a:r>
              <a:rPr b="1" lang="en-US" sz="3200">
                <a:solidFill>
                  <a:srgbClr val="FF0000"/>
                </a:solidFill>
                <a:latin typeface="Calibri"/>
                <a:ea typeface="Calibri"/>
                <a:cs typeface="Calibri"/>
                <a:sym typeface="Calibri"/>
              </a:rPr>
              <a:t>system</a:t>
            </a:r>
            <a:r>
              <a:rPr lang="en-US" sz="3200">
                <a:solidFill>
                  <a:srgbClr val="000000"/>
                </a:solidFill>
                <a:latin typeface="Calibri"/>
                <a:ea typeface="Calibri"/>
                <a:cs typeface="Calibri"/>
                <a:sym typeface="Calibri"/>
              </a:rPr>
              <a:t>, and </a:t>
            </a:r>
            <a:r>
              <a:rPr b="1" lang="en-US" sz="3200">
                <a:solidFill>
                  <a:srgbClr val="FF0000"/>
                </a:solidFill>
                <a:latin typeface="Calibri"/>
                <a:ea typeface="Calibri"/>
                <a:cs typeface="Calibri"/>
                <a:sym typeface="Calibri"/>
              </a:rPr>
              <a:t>acceptance</a:t>
            </a:r>
            <a:r>
              <a:rPr lang="en-US" sz="3200">
                <a:solidFill>
                  <a:srgbClr val="000000"/>
                </a:solidFill>
                <a:latin typeface="Calibri"/>
                <a:ea typeface="Calibri"/>
                <a:cs typeface="Calibri"/>
                <a:sym typeface="Calibri"/>
              </a:rPr>
              <a:t> test levels</a:t>
            </a:r>
            <a:endParaRPr/>
          </a:p>
          <a:p>
            <a:pPr indent="-82550" lvl="0" marL="285750" marR="0" rtl="0" algn="just">
              <a:spcBef>
                <a:spcPts val="0"/>
              </a:spcBef>
              <a:spcAft>
                <a:spcPts val="0"/>
              </a:spcAft>
              <a:buClr>
                <a:schemeClr val="dk1"/>
              </a:buClr>
              <a:buSzPts val="3200"/>
              <a:buFont typeface="Arial"/>
              <a:buNone/>
            </a:pPr>
            <a:r>
              <a:t/>
            </a:r>
            <a:endParaRPr sz="3200">
              <a:solidFill>
                <a:srgbClr val="000000"/>
              </a:solidFill>
              <a:latin typeface="Calibri"/>
              <a:ea typeface="Calibri"/>
              <a:cs typeface="Calibri"/>
              <a:sym typeface="Calibri"/>
            </a:endParaRPr>
          </a:p>
          <a:p>
            <a:pPr indent="-285750" lvl="0" marL="285750" marR="0" rtl="0" algn="just">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All it requires are inputs that can be partitioned and boundaries that can be identified based on the system’s requirements</a:t>
            </a:r>
            <a:endParaRPr/>
          </a:p>
        </p:txBody>
      </p:sp>
      <p:sp>
        <p:nvSpPr>
          <p:cNvPr id="161" name="Google Shape;161;p17"/>
          <p:cNvSpPr/>
          <p:nvPr/>
        </p:nvSpPr>
        <p:spPr>
          <a:xfrm>
            <a:off x="-5862" y="0"/>
            <a:ext cx="9146931" cy="707886"/>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lt1"/>
                </a:solidFill>
                <a:latin typeface="Arial"/>
                <a:ea typeface="Arial"/>
                <a:cs typeface="Arial"/>
                <a:sym typeface="Arial"/>
              </a:rPr>
              <a:t>Boundary Value </a:t>
            </a:r>
            <a:endParaRPr b="1" sz="40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5" name="Shape 165"/>
        <p:cNvGrpSpPr/>
        <p:nvPr/>
      </p:nvGrpSpPr>
      <p:grpSpPr>
        <a:xfrm>
          <a:off x="0" y="0"/>
          <a:ext cx="0" cy="0"/>
          <a:chOff x="0" y="0"/>
          <a:chExt cx="0" cy="0"/>
        </a:xfrm>
      </p:grpSpPr>
      <p:sp>
        <p:nvSpPr>
          <p:cNvPr id="166" name="Google Shape;166;p18"/>
          <p:cNvSpPr/>
          <p:nvPr/>
        </p:nvSpPr>
        <p:spPr>
          <a:xfrm>
            <a:off x="3505200" y="4114800"/>
            <a:ext cx="1255776" cy="199796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18"/>
          <p:cNvSpPr txBox="1"/>
          <p:nvPr/>
        </p:nvSpPr>
        <p:spPr>
          <a:xfrm>
            <a:off x="152400" y="2418590"/>
            <a:ext cx="8839200" cy="1231106"/>
          </a:xfrm>
          <a:prstGeom prst="rect">
            <a:avLst/>
          </a:prstGeom>
          <a:solidFill>
            <a:srgbClr val="F9F679"/>
          </a:solidFill>
          <a:ln cap="flat" cmpd="sng" w="9525">
            <a:solidFill>
              <a:srgbClr val="000000"/>
            </a:solidFill>
            <a:prstDash val="solid"/>
            <a:round/>
            <a:headEnd len="sm" w="sm" type="none"/>
            <a:tailEnd len="sm" w="sm" type="none"/>
          </a:ln>
        </p:spPr>
        <p:txBody>
          <a:bodyPr anchorCtr="0" anchor="t" bIns="0" lIns="0" spcFirstLastPara="1" rIns="0" wrap="square" tIns="0">
            <a:spAutoFit/>
          </a:bodyPr>
          <a:lstStyle/>
          <a:p>
            <a:pPr indent="-866139" lvl="0" marL="1052195" marR="176530" rtl="0" algn="l">
              <a:spcBef>
                <a:spcPts val="0"/>
              </a:spcBef>
              <a:spcAft>
                <a:spcPts val="0"/>
              </a:spcAft>
              <a:buNone/>
            </a:pPr>
            <a:r>
              <a:rPr lang="en-US" sz="4800">
                <a:solidFill>
                  <a:schemeClr val="dk1"/>
                </a:solidFill>
                <a:latin typeface="Arial"/>
                <a:ea typeface="Arial"/>
                <a:cs typeface="Arial"/>
                <a:sym typeface="Arial"/>
              </a:rPr>
              <a:t>D</a:t>
            </a:r>
            <a:r>
              <a:rPr lang="en-US" sz="3200">
                <a:solidFill>
                  <a:schemeClr val="dk1"/>
                </a:solidFill>
                <a:latin typeface="Arial"/>
                <a:ea typeface="Arial"/>
                <a:cs typeface="Arial"/>
                <a:sym typeface="Arial"/>
              </a:rPr>
              <a:t>on’t let your </a:t>
            </a:r>
            <a:r>
              <a:rPr b="1" lang="en-US" sz="4000">
                <a:solidFill>
                  <a:srgbClr val="FF0000"/>
                </a:solidFill>
                <a:latin typeface="Arial"/>
                <a:ea typeface="Arial"/>
                <a:cs typeface="Arial"/>
                <a:sym typeface="Arial"/>
              </a:rPr>
              <a:t>programmers</a:t>
            </a:r>
            <a:r>
              <a:rPr lang="en-US" sz="3200">
                <a:solidFill>
                  <a:schemeClr val="dk1"/>
                </a:solidFill>
                <a:latin typeface="Arial"/>
                <a:ea typeface="Arial"/>
                <a:cs typeface="Arial"/>
                <a:sym typeface="Arial"/>
              </a:rPr>
              <a:t> check their own work; they’ll miss their own errors.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1" name="Shape 171"/>
        <p:cNvGrpSpPr/>
        <p:nvPr/>
      </p:nvGrpSpPr>
      <p:grpSpPr>
        <a:xfrm>
          <a:off x="0" y="0"/>
          <a:ext cx="0" cy="0"/>
          <a:chOff x="0" y="0"/>
          <a:chExt cx="0" cy="0"/>
        </a:xfrm>
      </p:grpSpPr>
      <p:sp>
        <p:nvSpPr>
          <p:cNvPr id="172" name="Google Shape;172;p19"/>
          <p:cNvSpPr txBox="1"/>
          <p:nvPr>
            <p:ph idx="1" type="body"/>
          </p:nvPr>
        </p:nvSpPr>
        <p:spPr>
          <a:xfrm>
            <a:off x="0" y="1371600"/>
            <a:ext cx="9143999" cy="4108817"/>
          </a:xfrm>
          <a:prstGeom prst="rect">
            <a:avLst/>
          </a:prstGeom>
          <a:noFill/>
          <a:ln>
            <a:noFill/>
          </a:ln>
        </p:spPr>
        <p:txBody>
          <a:bodyPr anchorCtr="0" anchor="t" bIns="0" lIns="0" spcFirstLastPara="1" rIns="0" wrap="square" tIns="0">
            <a:spAutoFit/>
          </a:bodyPr>
          <a:lstStyle/>
          <a:p>
            <a:pPr indent="-342900" lvl="0" marL="355600" marR="5080" rtl="0" algn="l">
              <a:spcBef>
                <a:spcPts val="0"/>
              </a:spcBef>
              <a:spcAft>
                <a:spcPts val="0"/>
              </a:spcAft>
              <a:buClr>
                <a:schemeClr val="dk1"/>
              </a:buClr>
              <a:buSzPts val="3000"/>
              <a:buFont typeface="Noto Sans Symbols"/>
              <a:buChar char="▪"/>
            </a:pPr>
            <a:r>
              <a:rPr b="0" lang="en-US">
                <a:latin typeface="Arial"/>
                <a:ea typeface="Arial"/>
                <a:cs typeface="Arial"/>
                <a:sym typeface="Arial"/>
              </a:rPr>
              <a:t>An ex</a:t>
            </a:r>
            <a:r>
              <a:rPr b="0" lang="en-US"/>
              <a:t>c</a:t>
            </a:r>
            <a:r>
              <a:rPr b="0" lang="en-US">
                <a:latin typeface="Arial"/>
                <a:ea typeface="Arial"/>
                <a:cs typeface="Arial"/>
                <a:sym typeface="Arial"/>
              </a:rPr>
              <a:t>e</a:t>
            </a:r>
            <a:r>
              <a:rPr b="0" lang="en-US"/>
              <a:t>l</a:t>
            </a:r>
            <a:r>
              <a:rPr b="0" lang="en-US">
                <a:latin typeface="Arial"/>
                <a:ea typeface="Arial"/>
                <a:cs typeface="Arial"/>
                <a:sym typeface="Arial"/>
              </a:rPr>
              <a:t>l</a:t>
            </a:r>
            <a:r>
              <a:rPr b="0" lang="en-US"/>
              <a:t>e</a:t>
            </a:r>
            <a:r>
              <a:rPr b="0" lang="en-US">
                <a:latin typeface="Arial"/>
                <a:ea typeface="Arial"/>
                <a:cs typeface="Arial"/>
                <a:sym typeface="Arial"/>
              </a:rPr>
              <a:t>nt</a:t>
            </a:r>
            <a:r>
              <a:rPr b="0" lang="en-US"/>
              <a:t> </a:t>
            </a:r>
            <a:r>
              <a:rPr b="0" lang="en-US">
                <a:latin typeface="Arial"/>
                <a:ea typeface="Arial"/>
                <a:cs typeface="Arial"/>
                <a:sym typeface="Arial"/>
              </a:rPr>
              <a:t>tool</a:t>
            </a:r>
            <a:r>
              <a:rPr b="0" lang="en-US"/>
              <a:t> </a:t>
            </a:r>
            <a:r>
              <a:rPr b="0" lang="en-US">
                <a:latin typeface="Arial"/>
                <a:ea typeface="Arial"/>
                <a:cs typeface="Arial"/>
                <a:sym typeface="Arial"/>
              </a:rPr>
              <a:t>for</a:t>
            </a:r>
            <a:r>
              <a:rPr b="0" lang="en-US"/>
              <a:t> </a:t>
            </a:r>
            <a:r>
              <a:rPr b="0" lang="en-US">
                <a:solidFill>
                  <a:srgbClr val="C00000"/>
                </a:solidFill>
                <a:latin typeface="Arial"/>
                <a:ea typeface="Arial"/>
                <a:cs typeface="Arial"/>
                <a:sym typeface="Arial"/>
              </a:rPr>
              <a:t>captu</a:t>
            </a:r>
            <a:r>
              <a:rPr b="0" lang="en-US">
                <a:solidFill>
                  <a:srgbClr val="C00000"/>
                </a:solidFill>
              </a:rPr>
              <a:t>r</a:t>
            </a:r>
            <a:r>
              <a:rPr b="0" lang="en-US">
                <a:solidFill>
                  <a:srgbClr val="C00000"/>
                </a:solidFill>
                <a:latin typeface="Arial"/>
                <a:ea typeface="Arial"/>
                <a:cs typeface="Arial"/>
                <a:sym typeface="Arial"/>
              </a:rPr>
              <a:t>ing</a:t>
            </a:r>
            <a:r>
              <a:rPr b="0" lang="en-US">
                <a:solidFill>
                  <a:srgbClr val="C00000"/>
                </a:solidFill>
              </a:rPr>
              <a:t> </a:t>
            </a:r>
            <a:r>
              <a:rPr b="0" lang="en-US">
                <a:latin typeface="Arial"/>
                <a:ea typeface="Arial"/>
                <a:cs typeface="Arial"/>
                <a:sym typeface="Arial"/>
              </a:rPr>
              <a:t>cert</a:t>
            </a:r>
            <a:r>
              <a:rPr b="0" lang="en-US"/>
              <a:t>a</a:t>
            </a:r>
            <a:r>
              <a:rPr b="0" lang="en-US">
                <a:latin typeface="Arial"/>
                <a:ea typeface="Arial"/>
                <a:cs typeface="Arial"/>
                <a:sym typeface="Arial"/>
              </a:rPr>
              <a:t>in kinds</a:t>
            </a:r>
            <a:r>
              <a:rPr b="0" lang="en-US"/>
              <a:t> </a:t>
            </a:r>
            <a:r>
              <a:rPr b="0" lang="en-US">
                <a:latin typeface="Arial"/>
                <a:ea typeface="Arial"/>
                <a:cs typeface="Arial"/>
                <a:sym typeface="Arial"/>
              </a:rPr>
              <a:t>of </a:t>
            </a:r>
            <a:r>
              <a:rPr b="0" lang="en-US">
                <a:solidFill>
                  <a:srgbClr val="C00000"/>
                </a:solidFill>
                <a:latin typeface="Arial"/>
                <a:ea typeface="Arial"/>
                <a:cs typeface="Arial"/>
                <a:sym typeface="Arial"/>
              </a:rPr>
              <a:t>system</a:t>
            </a:r>
            <a:r>
              <a:rPr b="0" lang="en-US">
                <a:solidFill>
                  <a:srgbClr val="C00000"/>
                </a:solidFill>
              </a:rPr>
              <a:t> </a:t>
            </a:r>
            <a:r>
              <a:rPr b="0" lang="en-US">
                <a:solidFill>
                  <a:srgbClr val="C00000"/>
                </a:solidFill>
                <a:latin typeface="Arial"/>
                <a:ea typeface="Arial"/>
                <a:cs typeface="Arial"/>
                <a:sym typeface="Arial"/>
              </a:rPr>
              <a:t>requ</a:t>
            </a:r>
            <a:r>
              <a:rPr b="0" lang="en-US">
                <a:solidFill>
                  <a:srgbClr val="C00000"/>
                </a:solidFill>
              </a:rPr>
              <a:t>i</a:t>
            </a:r>
            <a:r>
              <a:rPr b="0" lang="en-US">
                <a:solidFill>
                  <a:srgbClr val="C00000"/>
                </a:solidFill>
                <a:latin typeface="Arial"/>
                <a:ea typeface="Arial"/>
                <a:cs typeface="Arial"/>
                <a:sym typeface="Arial"/>
              </a:rPr>
              <a:t>rements</a:t>
            </a:r>
            <a:r>
              <a:rPr b="0" lang="en-US">
                <a:solidFill>
                  <a:srgbClr val="C00000"/>
                </a:solidFill>
              </a:rPr>
              <a:t> </a:t>
            </a:r>
            <a:r>
              <a:rPr b="0" lang="en-US">
                <a:latin typeface="Arial"/>
                <a:ea typeface="Arial"/>
                <a:cs typeface="Arial"/>
                <a:sym typeface="Arial"/>
              </a:rPr>
              <a:t>and</a:t>
            </a:r>
            <a:r>
              <a:rPr b="0" lang="en-US"/>
              <a:t> </a:t>
            </a:r>
            <a:r>
              <a:rPr b="0" lang="en-US">
                <a:latin typeface="Arial"/>
                <a:ea typeface="Arial"/>
                <a:cs typeface="Arial"/>
                <a:sym typeface="Arial"/>
              </a:rPr>
              <a:t>documenting i</a:t>
            </a:r>
            <a:r>
              <a:rPr b="0" lang="en-US"/>
              <a:t>n</a:t>
            </a:r>
            <a:r>
              <a:rPr b="0" lang="en-US">
                <a:latin typeface="Arial"/>
                <a:ea typeface="Arial"/>
                <a:cs typeface="Arial"/>
                <a:sym typeface="Arial"/>
              </a:rPr>
              <a:t>ternal</a:t>
            </a:r>
            <a:r>
              <a:rPr b="0" lang="en-US"/>
              <a:t> </a:t>
            </a:r>
            <a:r>
              <a:rPr b="0" lang="en-US">
                <a:latin typeface="Arial"/>
                <a:ea typeface="Arial"/>
                <a:cs typeface="Arial"/>
                <a:sym typeface="Arial"/>
              </a:rPr>
              <a:t>system</a:t>
            </a:r>
            <a:r>
              <a:rPr b="0" lang="en-US"/>
              <a:t> </a:t>
            </a:r>
            <a:r>
              <a:rPr b="0" lang="en-US">
                <a:latin typeface="Arial"/>
                <a:ea typeface="Arial"/>
                <a:cs typeface="Arial"/>
                <a:sym typeface="Arial"/>
              </a:rPr>
              <a:t>design</a:t>
            </a:r>
            <a:endParaRPr/>
          </a:p>
          <a:p>
            <a:pPr indent="0" lvl="0" marL="0" rtl="0" algn="l">
              <a:spcBef>
                <a:spcPts val="39"/>
              </a:spcBef>
              <a:spcAft>
                <a:spcPts val="0"/>
              </a:spcAft>
              <a:buClr>
                <a:schemeClr val="dk1"/>
              </a:buClr>
              <a:buSzPts val="4350"/>
              <a:buFont typeface="Noto Sans Symbols"/>
              <a:buNone/>
            </a:pPr>
            <a:r>
              <a:t/>
            </a:r>
            <a:endParaRPr sz="4350">
              <a:latin typeface="Times New Roman"/>
              <a:ea typeface="Times New Roman"/>
              <a:cs typeface="Times New Roman"/>
              <a:sym typeface="Times New Roman"/>
            </a:endParaRPr>
          </a:p>
          <a:p>
            <a:pPr indent="-342900" lvl="0" marL="355600" marR="25400" rtl="0" algn="l">
              <a:spcBef>
                <a:spcPts val="0"/>
              </a:spcBef>
              <a:spcAft>
                <a:spcPts val="0"/>
              </a:spcAft>
              <a:buClr>
                <a:schemeClr val="dk1"/>
              </a:buClr>
              <a:buSzPts val="3000"/>
              <a:buFont typeface="Noto Sans Symbols"/>
              <a:buChar char="▪"/>
            </a:pPr>
            <a:r>
              <a:rPr b="0" lang="en-US">
                <a:latin typeface="Arial"/>
                <a:ea typeface="Arial"/>
                <a:cs typeface="Arial"/>
                <a:sym typeface="Arial"/>
              </a:rPr>
              <a:t>R</a:t>
            </a:r>
            <a:r>
              <a:rPr b="0" lang="en-US"/>
              <a:t>e</a:t>
            </a:r>
            <a:r>
              <a:rPr b="0" lang="en-US">
                <a:latin typeface="Arial"/>
                <a:ea typeface="Arial"/>
                <a:cs typeface="Arial"/>
                <a:sym typeface="Arial"/>
              </a:rPr>
              <a:t>cord</a:t>
            </a:r>
            <a:r>
              <a:rPr b="0" lang="en-US"/>
              <a:t> </a:t>
            </a:r>
            <a:r>
              <a:rPr b="0" lang="en-US">
                <a:solidFill>
                  <a:srgbClr val="C00000"/>
                </a:solidFill>
                <a:latin typeface="Arial"/>
                <a:ea typeface="Arial"/>
                <a:cs typeface="Arial"/>
                <a:sym typeface="Arial"/>
              </a:rPr>
              <a:t>complex</a:t>
            </a:r>
            <a:r>
              <a:rPr b="0" lang="en-US">
                <a:solidFill>
                  <a:srgbClr val="C00000"/>
                </a:solidFill>
              </a:rPr>
              <a:t> </a:t>
            </a:r>
            <a:r>
              <a:rPr b="0" lang="en-US">
                <a:solidFill>
                  <a:srgbClr val="C00000"/>
                </a:solidFill>
                <a:latin typeface="Arial"/>
                <a:ea typeface="Arial"/>
                <a:cs typeface="Arial"/>
                <a:sym typeface="Arial"/>
              </a:rPr>
              <a:t>business</a:t>
            </a:r>
            <a:r>
              <a:rPr b="0" lang="en-US">
                <a:solidFill>
                  <a:srgbClr val="C00000"/>
                </a:solidFill>
              </a:rPr>
              <a:t> </a:t>
            </a:r>
            <a:r>
              <a:rPr b="0" lang="en-US">
                <a:solidFill>
                  <a:srgbClr val="C00000"/>
                </a:solidFill>
                <a:latin typeface="Arial"/>
                <a:ea typeface="Arial"/>
                <a:cs typeface="Arial"/>
                <a:sym typeface="Arial"/>
              </a:rPr>
              <a:t>rules</a:t>
            </a:r>
            <a:r>
              <a:rPr b="0" lang="en-US">
                <a:solidFill>
                  <a:srgbClr val="C00000"/>
                </a:solidFill>
              </a:rPr>
              <a:t> </a:t>
            </a:r>
            <a:r>
              <a:rPr b="0" lang="en-US">
                <a:latin typeface="Arial"/>
                <a:ea typeface="Arial"/>
                <a:cs typeface="Arial"/>
                <a:sym typeface="Arial"/>
              </a:rPr>
              <a:t>that</a:t>
            </a:r>
            <a:r>
              <a:rPr b="0" lang="en-US"/>
              <a:t> </a:t>
            </a:r>
            <a:r>
              <a:rPr b="0" lang="en-US">
                <a:latin typeface="Arial"/>
                <a:ea typeface="Arial"/>
                <a:cs typeface="Arial"/>
                <a:sym typeface="Arial"/>
              </a:rPr>
              <a:t>a system must</a:t>
            </a:r>
            <a:r>
              <a:rPr b="0" lang="en-US"/>
              <a:t> </a:t>
            </a:r>
            <a:r>
              <a:rPr b="0" lang="en-US">
                <a:latin typeface="Arial"/>
                <a:ea typeface="Arial"/>
                <a:cs typeface="Arial"/>
                <a:sym typeface="Arial"/>
              </a:rPr>
              <a:t>im</a:t>
            </a:r>
            <a:r>
              <a:rPr b="0" lang="en-US"/>
              <a:t>p</a:t>
            </a:r>
            <a:r>
              <a:rPr b="0" lang="en-US">
                <a:latin typeface="Arial"/>
                <a:ea typeface="Arial"/>
                <a:cs typeface="Arial"/>
                <a:sym typeface="Arial"/>
              </a:rPr>
              <a:t>l</a:t>
            </a:r>
            <a:r>
              <a:rPr b="0" lang="en-US"/>
              <a:t>e</a:t>
            </a:r>
            <a:r>
              <a:rPr b="0" lang="en-US">
                <a:latin typeface="Arial"/>
                <a:ea typeface="Arial"/>
                <a:cs typeface="Arial"/>
                <a:sym typeface="Arial"/>
              </a:rPr>
              <a:t>ment</a:t>
            </a:r>
            <a:endParaRPr/>
          </a:p>
          <a:p>
            <a:pPr indent="0" lvl="0" marL="0" rtl="0" algn="l">
              <a:spcBef>
                <a:spcPts val="40"/>
              </a:spcBef>
              <a:spcAft>
                <a:spcPts val="0"/>
              </a:spcAft>
              <a:buClr>
                <a:schemeClr val="dk1"/>
              </a:buClr>
              <a:buSzPts val="4350"/>
              <a:buFont typeface="Noto Sans Symbols"/>
              <a:buNone/>
            </a:pPr>
            <a:r>
              <a:t/>
            </a:r>
            <a:endParaRPr sz="4350">
              <a:latin typeface="Times New Roman"/>
              <a:ea typeface="Times New Roman"/>
              <a:cs typeface="Times New Roman"/>
              <a:sym typeface="Times New Roman"/>
            </a:endParaRPr>
          </a:p>
          <a:p>
            <a:pPr indent="-342900" lvl="0" marL="355600" marR="721995" rtl="0" algn="l">
              <a:spcBef>
                <a:spcPts val="0"/>
              </a:spcBef>
              <a:spcAft>
                <a:spcPts val="0"/>
              </a:spcAft>
              <a:buClr>
                <a:schemeClr val="dk1"/>
              </a:buClr>
              <a:buSzPts val="3000"/>
              <a:buFont typeface="Noto Sans Symbols"/>
              <a:buChar char="▪"/>
            </a:pPr>
            <a:r>
              <a:rPr b="0" lang="en-US">
                <a:latin typeface="Arial"/>
                <a:ea typeface="Arial"/>
                <a:cs typeface="Arial"/>
                <a:sym typeface="Arial"/>
              </a:rPr>
              <a:t>A</a:t>
            </a:r>
            <a:r>
              <a:rPr b="0" lang="en-US"/>
              <a:t>l</a:t>
            </a:r>
            <a:r>
              <a:rPr b="0" lang="en-US">
                <a:latin typeface="Arial"/>
                <a:ea typeface="Arial"/>
                <a:cs typeface="Arial"/>
                <a:sym typeface="Arial"/>
              </a:rPr>
              <a:t>so</a:t>
            </a:r>
            <a:r>
              <a:rPr b="0" lang="en-US"/>
              <a:t> </a:t>
            </a:r>
            <a:r>
              <a:rPr b="0" lang="en-US">
                <a:latin typeface="Arial"/>
                <a:ea typeface="Arial"/>
                <a:cs typeface="Arial"/>
                <a:sym typeface="Arial"/>
              </a:rPr>
              <a:t>can</a:t>
            </a:r>
            <a:r>
              <a:rPr b="0" lang="en-US"/>
              <a:t> </a:t>
            </a:r>
            <a:r>
              <a:rPr b="0" lang="en-US">
                <a:latin typeface="Arial"/>
                <a:ea typeface="Arial"/>
                <a:cs typeface="Arial"/>
                <a:sym typeface="Arial"/>
              </a:rPr>
              <a:t>serve</a:t>
            </a:r>
            <a:r>
              <a:rPr b="0" lang="en-US"/>
              <a:t> </a:t>
            </a:r>
            <a:r>
              <a:rPr b="0" lang="en-US">
                <a:latin typeface="Arial"/>
                <a:ea typeface="Arial"/>
                <a:cs typeface="Arial"/>
                <a:sym typeface="Arial"/>
              </a:rPr>
              <a:t>as a </a:t>
            </a:r>
            <a:r>
              <a:rPr b="0" lang="en-US">
                <a:solidFill>
                  <a:srgbClr val="C00000"/>
                </a:solidFill>
                <a:latin typeface="Arial"/>
                <a:ea typeface="Arial"/>
                <a:cs typeface="Arial"/>
                <a:sym typeface="Arial"/>
              </a:rPr>
              <a:t>guide</a:t>
            </a:r>
            <a:r>
              <a:rPr b="0" lang="en-US">
                <a:solidFill>
                  <a:srgbClr val="C00000"/>
                </a:solidFill>
              </a:rPr>
              <a:t> </a:t>
            </a:r>
            <a:r>
              <a:rPr b="0" lang="en-US">
                <a:latin typeface="Arial"/>
                <a:ea typeface="Arial"/>
                <a:cs typeface="Arial"/>
                <a:sym typeface="Arial"/>
              </a:rPr>
              <a:t>to </a:t>
            </a:r>
            <a:r>
              <a:rPr b="0" lang="en-US">
                <a:solidFill>
                  <a:srgbClr val="C00000"/>
                </a:solidFill>
                <a:latin typeface="Arial"/>
                <a:ea typeface="Arial"/>
                <a:cs typeface="Arial"/>
                <a:sym typeface="Arial"/>
              </a:rPr>
              <a:t>crea</a:t>
            </a:r>
            <a:r>
              <a:rPr b="0" lang="en-US">
                <a:solidFill>
                  <a:srgbClr val="C00000"/>
                </a:solidFill>
              </a:rPr>
              <a:t>t</a:t>
            </a:r>
            <a:r>
              <a:rPr b="0" lang="en-US">
                <a:solidFill>
                  <a:srgbClr val="C00000"/>
                </a:solidFill>
                <a:latin typeface="Arial"/>
                <a:ea typeface="Arial"/>
                <a:cs typeface="Arial"/>
                <a:sym typeface="Arial"/>
              </a:rPr>
              <a:t>ing test cases</a:t>
            </a:r>
            <a:endParaRPr/>
          </a:p>
        </p:txBody>
      </p:sp>
      <p:sp>
        <p:nvSpPr>
          <p:cNvPr id="173" name="Google Shape;173;p19"/>
          <p:cNvSpPr/>
          <p:nvPr/>
        </p:nvSpPr>
        <p:spPr>
          <a:xfrm>
            <a:off x="0" y="0"/>
            <a:ext cx="91440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19"/>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b="1" lang="en-US" sz="4800"/>
              <a:t>Decision Table Testing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8" name="Shape 178"/>
        <p:cNvGrpSpPr/>
        <p:nvPr/>
      </p:nvGrpSpPr>
      <p:grpSpPr>
        <a:xfrm>
          <a:off x="0" y="0"/>
          <a:ext cx="0" cy="0"/>
          <a:chOff x="0" y="0"/>
          <a:chExt cx="0" cy="0"/>
        </a:xfrm>
      </p:grpSpPr>
      <p:sp>
        <p:nvSpPr>
          <p:cNvPr id="179" name="Google Shape;179;p20"/>
          <p:cNvSpPr txBox="1"/>
          <p:nvPr/>
        </p:nvSpPr>
        <p:spPr>
          <a:xfrm>
            <a:off x="76200" y="1390415"/>
            <a:ext cx="8991600" cy="5032147"/>
          </a:xfrm>
          <a:prstGeom prst="rect">
            <a:avLst/>
          </a:prstGeom>
          <a:noFill/>
          <a:ln>
            <a:noFill/>
          </a:ln>
        </p:spPr>
        <p:txBody>
          <a:bodyPr anchorCtr="0" anchor="t" bIns="0" lIns="0" spcFirstLastPara="1" rIns="0" wrap="square" tIns="0">
            <a:spAutoFit/>
          </a:bodyPr>
          <a:lstStyle/>
          <a:p>
            <a:pPr indent="-342900" lvl="0" marL="355600" marR="5080" rtl="0" algn="just">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Used to layout in </a:t>
            </a:r>
            <a:r>
              <a:rPr lang="en-US" sz="3000">
                <a:solidFill>
                  <a:srgbClr val="C00000"/>
                </a:solidFill>
                <a:latin typeface="Arial"/>
                <a:ea typeface="Arial"/>
                <a:cs typeface="Arial"/>
                <a:sym typeface="Arial"/>
              </a:rPr>
              <a:t>tabular </a:t>
            </a:r>
            <a:r>
              <a:rPr lang="en-US" sz="3000">
                <a:solidFill>
                  <a:schemeClr val="dk1"/>
                </a:solidFill>
                <a:latin typeface="Arial"/>
                <a:ea typeface="Arial"/>
                <a:cs typeface="Arial"/>
                <a:sym typeface="Arial"/>
              </a:rPr>
              <a:t>form </a:t>
            </a:r>
            <a:r>
              <a:rPr lang="en-US" sz="3000">
                <a:solidFill>
                  <a:srgbClr val="C00000"/>
                </a:solidFill>
                <a:latin typeface="Arial"/>
                <a:ea typeface="Arial"/>
                <a:cs typeface="Arial"/>
                <a:sym typeface="Arial"/>
              </a:rPr>
              <a:t>all possible situations </a:t>
            </a:r>
            <a:r>
              <a:rPr lang="en-US" sz="3000">
                <a:solidFill>
                  <a:schemeClr val="dk1"/>
                </a:solidFill>
                <a:latin typeface="Arial"/>
                <a:ea typeface="Arial"/>
                <a:cs typeface="Arial"/>
                <a:sym typeface="Arial"/>
              </a:rPr>
              <a:t>which a decision may encounter and to specify which action to take in each of these situations</a:t>
            </a:r>
            <a:endParaRPr/>
          </a:p>
          <a:p>
            <a:pPr indent="0" lvl="0" marL="0" marR="0" rtl="0" algn="just">
              <a:spcBef>
                <a:spcPts val="39"/>
              </a:spcBef>
              <a:spcAft>
                <a:spcPts val="0"/>
              </a:spcAft>
              <a:buClr>
                <a:schemeClr val="dk1"/>
              </a:buClr>
              <a:buSzPts val="4350"/>
              <a:buFont typeface="Noto Sans Symbols"/>
              <a:buNone/>
            </a:pPr>
            <a:r>
              <a:t/>
            </a:r>
            <a:endParaRPr sz="4350">
              <a:solidFill>
                <a:schemeClr val="dk1"/>
              </a:solidFill>
              <a:latin typeface="Times New Roman"/>
              <a:ea typeface="Times New Roman"/>
              <a:cs typeface="Times New Roman"/>
              <a:sym typeface="Times New Roman"/>
            </a:endParaRPr>
          </a:p>
          <a:p>
            <a:pPr indent="-342900" lvl="0" marL="355600" marR="967105" rtl="0" algn="just">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A </a:t>
            </a:r>
            <a:r>
              <a:rPr lang="en-US" sz="3000">
                <a:solidFill>
                  <a:srgbClr val="C00000"/>
                </a:solidFill>
                <a:latin typeface="Arial"/>
                <a:ea typeface="Arial"/>
                <a:cs typeface="Arial"/>
                <a:sym typeface="Arial"/>
              </a:rPr>
              <a:t>matrix representation </a:t>
            </a:r>
            <a:r>
              <a:rPr lang="en-US" sz="3000">
                <a:solidFill>
                  <a:schemeClr val="dk1"/>
                </a:solidFill>
                <a:latin typeface="Arial"/>
                <a:ea typeface="Arial"/>
                <a:cs typeface="Arial"/>
                <a:sym typeface="Arial"/>
              </a:rPr>
              <a:t>of the </a:t>
            </a:r>
            <a:r>
              <a:rPr lang="en-US" sz="3000">
                <a:solidFill>
                  <a:srgbClr val="C00000"/>
                </a:solidFill>
                <a:latin typeface="Arial"/>
                <a:ea typeface="Arial"/>
                <a:cs typeface="Arial"/>
                <a:sym typeface="Arial"/>
              </a:rPr>
              <a:t>logic </a:t>
            </a:r>
            <a:r>
              <a:rPr lang="en-US" sz="3000">
                <a:solidFill>
                  <a:schemeClr val="dk1"/>
                </a:solidFill>
                <a:latin typeface="Arial"/>
                <a:ea typeface="Arial"/>
                <a:cs typeface="Arial"/>
                <a:sym typeface="Arial"/>
              </a:rPr>
              <a:t>of a decision</a:t>
            </a:r>
            <a:endParaRPr/>
          </a:p>
          <a:p>
            <a:pPr indent="0" lvl="0" marL="0" marR="0" rtl="0" algn="just">
              <a:spcBef>
                <a:spcPts val="40"/>
              </a:spcBef>
              <a:spcAft>
                <a:spcPts val="0"/>
              </a:spcAft>
              <a:buClr>
                <a:schemeClr val="dk1"/>
              </a:buClr>
              <a:buSzPts val="4350"/>
              <a:buFont typeface="Noto Sans Symbols"/>
              <a:buNone/>
            </a:pPr>
            <a:r>
              <a:t/>
            </a:r>
            <a:endParaRPr sz="4350">
              <a:solidFill>
                <a:schemeClr val="dk1"/>
              </a:solidFill>
              <a:latin typeface="Times New Roman"/>
              <a:ea typeface="Times New Roman"/>
              <a:cs typeface="Times New Roman"/>
              <a:sym typeface="Times New Roman"/>
            </a:endParaRPr>
          </a:p>
          <a:p>
            <a:pPr indent="-342900" lvl="0" marL="355600" marR="695960" rtl="0" algn="just">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Specifies the </a:t>
            </a:r>
            <a:r>
              <a:rPr lang="en-US" sz="3000">
                <a:solidFill>
                  <a:srgbClr val="C00000"/>
                </a:solidFill>
                <a:latin typeface="Arial"/>
                <a:ea typeface="Arial"/>
                <a:cs typeface="Arial"/>
                <a:sym typeface="Arial"/>
              </a:rPr>
              <a:t>possible conditions </a:t>
            </a:r>
            <a:r>
              <a:rPr lang="en-US" sz="3000">
                <a:solidFill>
                  <a:schemeClr val="dk1"/>
                </a:solidFill>
                <a:latin typeface="Arial"/>
                <a:ea typeface="Arial"/>
                <a:cs typeface="Arial"/>
                <a:sym typeface="Arial"/>
              </a:rPr>
              <a:t>and the </a:t>
            </a:r>
            <a:r>
              <a:rPr lang="en-US" sz="3000">
                <a:solidFill>
                  <a:srgbClr val="C00000"/>
                </a:solidFill>
                <a:latin typeface="Arial"/>
                <a:ea typeface="Arial"/>
                <a:cs typeface="Arial"/>
                <a:sym typeface="Arial"/>
              </a:rPr>
              <a:t>resulting actions</a:t>
            </a:r>
            <a:endParaRPr sz="3000">
              <a:solidFill>
                <a:schemeClr val="dk1"/>
              </a:solidFill>
              <a:latin typeface="Arial"/>
              <a:ea typeface="Arial"/>
              <a:cs typeface="Arial"/>
              <a:sym typeface="Arial"/>
            </a:endParaRPr>
          </a:p>
        </p:txBody>
      </p:sp>
      <p:sp>
        <p:nvSpPr>
          <p:cNvPr id="180" name="Google Shape;180;p20"/>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Decision Table Testing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4" name="Shape 184"/>
        <p:cNvGrpSpPr/>
        <p:nvPr/>
      </p:nvGrpSpPr>
      <p:grpSpPr>
        <a:xfrm>
          <a:off x="0" y="0"/>
          <a:ext cx="0" cy="0"/>
          <a:chOff x="0" y="0"/>
          <a:chExt cx="0" cy="0"/>
        </a:xfrm>
      </p:grpSpPr>
      <p:sp>
        <p:nvSpPr>
          <p:cNvPr id="185" name="Google Shape;185;p21"/>
          <p:cNvSpPr txBox="1"/>
          <p:nvPr>
            <p:ph idx="1" type="body"/>
          </p:nvPr>
        </p:nvSpPr>
        <p:spPr>
          <a:xfrm>
            <a:off x="14654" y="1066800"/>
            <a:ext cx="8991600" cy="4598695"/>
          </a:xfrm>
          <a:prstGeom prst="rect">
            <a:avLst/>
          </a:prstGeom>
          <a:noFill/>
          <a:ln>
            <a:noFill/>
          </a:ln>
        </p:spPr>
        <p:txBody>
          <a:bodyPr anchorCtr="0" anchor="t" bIns="0" lIns="0" spcFirstLastPara="1" rIns="0" wrap="square" tIns="0">
            <a:spAutoFit/>
          </a:bodyPr>
          <a:lstStyle/>
          <a:p>
            <a:pPr indent="-342900" lvl="0" marL="355600" rtl="0" algn="l">
              <a:spcBef>
                <a:spcPts val="0"/>
              </a:spcBef>
              <a:spcAft>
                <a:spcPts val="0"/>
              </a:spcAft>
              <a:buClr>
                <a:schemeClr val="dk1"/>
              </a:buClr>
              <a:buSzPts val="3000"/>
              <a:buFont typeface="Noto Sans Symbols"/>
              <a:buChar char="▪"/>
            </a:pPr>
            <a:r>
              <a:rPr lang="en-US"/>
              <a:t>Condition</a:t>
            </a:r>
            <a:endParaRPr/>
          </a:p>
          <a:p>
            <a:pPr indent="-286385" lvl="1" marL="756285" marR="5080" rtl="0" algn="l">
              <a:spcBef>
                <a:spcPts val="640"/>
              </a:spcBef>
              <a:spcAft>
                <a:spcPts val="0"/>
              </a:spcAft>
              <a:buSzPts val="2600"/>
              <a:buFont typeface="Noto Sans Symbols"/>
              <a:buChar char="▪"/>
            </a:pPr>
            <a:r>
              <a:rPr lang="en-US" sz="2600">
                <a:latin typeface="Arial"/>
                <a:ea typeface="Arial"/>
                <a:cs typeface="Arial"/>
                <a:sym typeface="Arial"/>
              </a:rPr>
              <a:t>Condition describe the </a:t>
            </a:r>
            <a:r>
              <a:rPr lang="en-US" sz="2600">
                <a:solidFill>
                  <a:srgbClr val="C00000"/>
                </a:solidFill>
                <a:latin typeface="Arial"/>
                <a:ea typeface="Arial"/>
                <a:cs typeface="Arial"/>
                <a:sym typeface="Arial"/>
              </a:rPr>
              <a:t>conditions </a:t>
            </a:r>
            <a:r>
              <a:rPr lang="en-US" sz="2600">
                <a:latin typeface="Arial"/>
                <a:ea typeface="Arial"/>
                <a:cs typeface="Arial"/>
                <a:sym typeface="Arial"/>
              </a:rPr>
              <a:t>or </a:t>
            </a:r>
            <a:r>
              <a:rPr lang="en-US" sz="2600">
                <a:solidFill>
                  <a:srgbClr val="C00000"/>
                </a:solidFill>
                <a:latin typeface="Arial"/>
                <a:ea typeface="Arial"/>
                <a:cs typeface="Arial"/>
                <a:sym typeface="Arial"/>
              </a:rPr>
              <a:t>factors </a:t>
            </a:r>
            <a:r>
              <a:rPr lang="en-US" sz="2600">
                <a:latin typeface="Arial"/>
                <a:ea typeface="Arial"/>
                <a:cs typeface="Arial"/>
                <a:sym typeface="Arial"/>
              </a:rPr>
              <a:t>that will affect the decision or policy</a:t>
            </a:r>
            <a:endParaRPr/>
          </a:p>
          <a:p>
            <a:pPr indent="-286385" lvl="1" marL="756285" rtl="0" algn="l">
              <a:spcBef>
                <a:spcPts val="625"/>
              </a:spcBef>
              <a:spcAft>
                <a:spcPts val="0"/>
              </a:spcAft>
              <a:buSzPts val="2600"/>
              <a:buFont typeface="Noto Sans Symbols"/>
              <a:buChar char="▪"/>
            </a:pPr>
            <a:r>
              <a:rPr lang="en-US" sz="2600">
                <a:latin typeface="Arial"/>
                <a:ea typeface="Arial"/>
                <a:cs typeface="Arial"/>
                <a:sym typeface="Arial"/>
              </a:rPr>
              <a:t>They are listed in the </a:t>
            </a:r>
            <a:r>
              <a:rPr lang="en-US" sz="2600">
                <a:solidFill>
                  <a:srgbClr val="C00000"/>
                </a:solidFill>
                <a:latin typeface="Arial"/>
                <a:ea typeface="Arial"/>
                <a:cs typeface="Arial"/>
                <a:sym typeface="Arial"/>
              </a:rPr>
              <a:t>upper section </a:t>
            </a:r>
            <a:r>
              <a:rPr lang="en-US" sz="2600">
                <a:latin typeface="Arial"/>
                <a:ea typeface="Arial"/>
                <a:cs typeface="Arial"/>
                <a:sym typeface="Arial"/>
              </a:rPr>
              <a:t>of the </a:t>
            </a:r>
            <a:r>
              <a:rPr b="0" lang="en-US" sz="2600"/>
              <a:t>decision table</a:t>
            </a:r>
            <a:endParaRPr sz="2600"/>
          </a:p>
          <a:p>
            <a:pPr indent="-342900" lvl="0" marL="355600" rtl="0" algn="l">
              <a:spcBef>
                <a:spcPts val="705"/>
              </a:spcBef>
              <a:spcAft>
                <a:spcPts val="0"/>
              </a:spcAft>
              <a:buClr>
                <a:schemeClr val="dk1"/>
              </a:buClr>
              <a:buSzPts val="3000"/>
              <a:buFont typeface="Noto Sans Symbols"/>
              <a:buChar char="▪"/>
            </a:pPr>
            <a:r>
              <a:rPr lang="en-US"/>
              <a:t>Action</a:t>
            </a:r>
            <a:endParaRPr/>
          </a:p>
          <a:p>
            <a:pPr indent="-286385" lvl="1" marL="756285" marR="261620" rtl="0" algn="l">
              <a:spcBef>
                <a:spcPts val="640"/>
              </a:spcBef>
              <a:spcAft>
                <a:spcPts val="0"/>
              </a:spcAft>
              <a:buSzPts val="2600"/>
              <a:buFont typeface="Noto Sans Symbols"/>
              <a:buChar char="▪"/>
            </a:pPr>
            <a:r>
              <a:rPr lang="en-US" sz="2600">
                <a:latin typeface="Arial"/>
                <a:ea typeface="Arial"/>
                <a:cs typeface="Arial"/>
                <a:sym typeface="Arial"/>
              </a:rPr>
              <a:t>Action describe, in the form of statements, the possible policy </a:t>
            </a:r>
            <a:r>
              <a:rPr lang="en-US" sz="2600">
                <a:solidFill>
                  <a:srgbClr val="C00000"/>
                </a:solidFill>
                <a:latin typeface="Arial"/>
                <a:ea typeface="Arial"/>
                <a:cs typeface="Arial"/>
                <a:sym typeface="Arial"/>
              </a:rPr>
              <a:t>actions </a:t>
            </a:r>
            <a:r>
              <a:rPr lang="en-US" sz="2600">
                <a:latin typeface="Arial"/>
                <a:ea typeface="Arial"/>
                <a:cs typeface="Arial"/>
                <a:sym typeface="Arial"/>
              </a:rPr>
              <a:t>or </a:t>
            </a:r>
            <a:r>
              <a:rPr lang="en-US" sz="2600">
                <a:solidFill>
                  <a:srgbClr val="C00000"/>
                </a:solidFill>
                <a:latin typeface="Arial"/>
                <a:ea typeface="Arial"/>
                <a:cs typeface="Arial"/>
                <a:sym typeface="Arial"/>
              </a:rPr>
              <a:t>decisions</a:t>
            </a:r>
            <a:endParaRPr sz="2600">
              <a:solidFill>
                <a:srgbClr val="C00000"/>
              </a:solidFill>
              <a:latin typeface="Arial"/>
              <a:ea typeface="Arial"/>
              <a:cs typeface="Arial"/>
              <a:sym typeface="Arial"/>
            </a:endParaRPr>
          </a:p>
          <a:p>
            <a:pPr indent="-121284" lvl="1" marL="756285" marR="261620" rtl="0" algn="l">
              <a:spcBef>
                <a:spcPts val="640"/>
              </a:spcBef>
              <a:spcAft>
                <a:spcPts val="0"/>
              </a:spcAft>
              <a:buSzPts val="2600"/>
              <a:buFont typeface="Noto Sans Symbols"/>
              <a:buNone/>
            </a:pPr>
            <a:r>
              <a:t/>
            </a:r>
            <a:endParaRPr sz="2600">
              <a:latin typeface="Arial"/>
              <a:ea typeface="Arial"/>
              <a:cs typeface="Arial"/>
              <a:sym typeface="Arial"/>
            </a:endParaRPr>
          </a:p>
          <a:p>
            <a:pPr indent="-286385" lvl="1" marL="756285" marR="979805" rtl="0" algn="l">
              <a:spcBef>
                <a:spcPts val="625"/>
              </a:spcBef>
              <a:spcAft>
                <a:spcPts val="0"/>
              </a:spcAft>
              <a:buSzPts val="2600"/>
              <a:buFont typeface="Noto Sans Symbols"/>
              <a:buChar char="▪"/>
            </a:pPr>
            <a:r>
              <a:rPr lang="en-US" sz="2600">
                <a:latin typeface="Arial"/>
                <a:ea typeface="Arial"/>
                <a:cs typeface="Arial"/>
                <a:sym typeface="Arial"/>
              </a:rPr>
              <a:t>They are listed in the </a:t>
            </a:r>
            <a:r>
              <a:rPr lang="en-US" sz="2600">
                <a:solidFill>
                  <a:srgbClr val="C00000"/>
                </a:solidFill>
                <a:latin typeface="Arial"/>
                <a:ea typeface="Arial"/>
                <a:cs typeface="Arial"/>
                <a:sym typeface="Arial"/>
              </a:rPr>
              <a:t>lower section </a:t>
            </a:r>
            <a:r>
              <a:rPr lang="en-US" sz="2600">
                <a:latin typeface="Arial"/>
                <a:ea typeface="Arial"/>
                <a:cs typeface="Arial"/>
                <a:sym typeface="Arial"/>
              </a:rPr>
              <a:t>of the decision table</a:t>
            </a:r>
            <a:endParaRPr/>
          </a:p>
        </p:txBody>
      </p:sp>
      <p:sp>
        <p:nvSpPr>
          <p:cNvPr id="186" name="Google Shape;186;p21"/>
          <p:cNvSpPr txBox="1"/>
          <p:nvPr>
            <p:ph type="title"/>
          </p:nvPr>
        </p:nvSpPr>
        <p:spPr>
          <a:xfrm>
            <a:off x="8792"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Decision Table Testing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0" name="Shape 190"/>
        <p:cNvGrpSpPr/>
        <p:nvPr/>
      </p:nvGrpSpPr>
      <p:grpSpPr>
        <a:xfrm>
          <a:off x="0" y="0"/>
          <a:ext cx="0" cy="0"/>
          <a:chOff x="0" y="0"/>
          <a:chExt cx="0" cy="0"/>
        </a:xfrm>
      </p:grpSpPr>
      <p:sp>
        <p:nvSpPr>
          <p:cNvPr id="191" name="Google Shape;191;p22"/>
          <p:cNvSpPr txBox="1"/>
          <p:nvPr/>
        </p:nvSpPr>
        <p:spPr>
          <a:xfrm>
            <a:off x="0" y="1542813"/>
            <a:ext cx="9144000" cy="3493264"/>
          </a:xfrm>
          <a:prstGeom prst="rect">
            <a:avLst/>
          </a:prstGeom>
          <a:noFill/>
          <a:ln>
            <a:noFill/>
          </a:ln>
        </p:spPr>
        <p:txBody>
          <a:bodyPr anchorCtr="0" anchor="t" bIns="0" lIns="0" spcFirstLastPara="1" rIns="0" wrap="square" tIns="0">
            <a:spAutoFit/>
          </a:bodyPr>
          <a:lstStyle/>
          <a:p>
            <a:pPr indent="-342900" lvl="0" marL="355600" marR="0" rtl="0" algn="l">
              <a:spcBef>
                <a:spcPts val="0"/>
              </a:spcBef>
              <a:spcAft>
                <a:spcPts val="0"/>
              </a:spcAft>
              <a:buClr>
                <a:schemeClr val="dk1"/>
              </a:buClr>
              <a:buSzPts val="3000"/>
              <a:buFont typeface="Noto Sans Symbols"/>
              <a:buChar char="▪"/>
            </a:pPr>
            <a:r>
              <a:rPr b="1" lang="en-US" sz="3000">
                <a:solidFill>
                  <a:schemeClr val="dk1"/>
                </a:solidFill>
                <a:latin typeface="Arial"/>
                <a:ea typeface="Arial"/>
                <a:cs typeface="Arial"/>
                <a:sym typeface="Arial"/>
              </a:rPr>
              <a:t>Rules</a:t>
            </a:r>
            <a:endParaRPr sz="3000">
              <a:solidFill>
                <a:schemeClr val="dk1"/>
              </a:solidFill>
              <a:latin typeface="Arial"/>
              <a:ea typeface="Arial"/>
              <a:cs typeface="Arial"/>
              <a:sym typeface="Arial"/>
            </a:endParaRPr>
          </a:p>
          <a:p>
            <a:pPr indent="-286385" lvl="1" marL="756285" marR="622300" rtl="0" algn="l">
              <a:spcBef>
                <a:spcPts val="640"/>
              </a:spcBef>
              <a:spcAft>
                <a:spcPts val="0"/>
              </a:spcAft>
              <a:buClr>
                <a:schemeClr val="dk1"/>
              </a:buClr>
              <a:buSzPts val="2600"/>
              <a:buFont typeface="Noto Sans Symbols"/>
              <a:buChar char="▪"/>
            </a:pPr>
            <a:r>
              <a:rPr b="0" i="0" lang="en-US" sz="2600" u="none" cap="none" strike="noStrike">
                <a:solidFill>
                  <a:schemeClr val="dk1"/>
                </a:solidFill>
                <a:latin typeface="Arial"/>
                <a:ea typeface="Arial"/>
                <a:cs typeface="Arial"/>
                <a:sym typeface="Arial"/>
              </a:rPr>
              <a:t>Rules describe </a:t>
            </a:r>
            <a:r>
              <a:rPr b="0" i="0" lang="en-US" sz="2600" u="sng" cap="none" strike="noStrike">
                <a:solidFill>
                  <a:schemeClr val="dk1"/>
                </a:solidFill>
                <a:latin typeface="Arial"/>
                <a:ea typeface="Arial"/>
                <a:cs typeface="Arial"/>
                <a:sym typeface="Arial"/>
              </a:rPr>
              <a:t>which actions are to be taken</a:t>
            </a:r>
            <a:r>
              <a:rPr b="0" i="0" lang="en-US" sz="2600" u="none" cap="none" strike="noStrike">
                <a:solidFill>
                  <a:schemeClr val="dk1"/>
                </a:solidFill>
                <a:latin typeface="Arial"/>
                <a:ea typeface="Arial"/>
                <a:cs typeface="Arial"/>
                <a:sym typeface="Arial"/>
              </a:rPr>
              <a:t> </a:t>
            </a:r>
            <a:r>
              <a:rPr b="0" i="0" lang="en-US" sz="2600" u="sng" cap="none" strike="noStrike">
                <a:solidFill>
                  <a:schemeClr val="dk1"/>
                </a:solidFill>
                <a:latin typeface="Arial"/>
                <a:ea typeface="Arial"/>
                <a:cs typeface="Arial"/>
                <a:sym typeface="Arial"/>
              </a:rPr>
              <a:t>under a specific combination of conditions</a:t>
            </a:r>
            <a:endParaRPr b="0" i="0" sz="2600" u="sng" cap="none" strike="noStrike">
              <a:solidFill>
                <a:schemeClr val="dk1"/>
              </a:solidFill>
              <a:latin typeface="Arial"/>
              <a:ea typeface="Arial"/>
              <a:cs typeface="Arial"/>
              <a:sym typeface="Arial"/>
            </a:endParaRPr>
          </a:p>
          <a:p>
            <a:pPr indent="-121284" lvl="1" marL="756285" marR="622300" rtl="0" algn="l">
              <a:spcBef>
                <a:spcPts val="640"/>
              </a:spcBef>
              <a:spcAft>
                <a:spcPts val="0"/>
              </a:spcAft>
              <a:buClr>
                <a:schemeClr val="dk1"/>
              </a:buClr>
              <a:buSzPts val="2600"/>
              <a:buFont typeface="Noto Sans Symbols"/>
              <a:buNone/>
            </a:pPr>
            <a:r>
              <a:t/>
            </a:r>
            <a:endParaRPr b="0" i="0" sz="2600" u="none" cap="none" strike="noStrike">
              <a:solidFill>
                <a:schemeClr val="dk1"/>
              </a:solidFill>
              <a:latin typeface="Arial"/>
              <a:ea typeface="Arial"/>
              <a:cs typeface="Arial"/>
              <a:sym typeface="Arial"/>
            </a:endParaRPr>
          </a:p>
          <a:p>
            <a:pPr indent="-286385" lvl="1" marL="756285" marR="5080" rtl="0" algn="l">
              <a:spcBef>
                <a:spcPts val="625"/>
              </a:spcBef>
              <a:spcAft>
                <a:spcPts val="0"/>
              </a:spcAft>
              <a:buClr>
                <a:schemeClr val="dk1"/>
              </a:buClr>
              <a:buSzPts val="2600"/>
              <a:buFont typeface="Noto Sans Symbols"/>
              <a:buChar char="▪"/>
            </a:pPr>
            <a:r>
              <a:rPr b="0" i="0" lang="en-US" sz="2600" u="none" cap="none" strike="noStrike">
                <a:solidFill>
                  <a:schemeClr val="dk1"/>
                </a:solidFill>
                <a:latin typeface="Arial"/>
                <a:ea typeface="Arial"/>
                <a:cs typeface="Arial"/>
                <a:sym typeface="Arial"/>
              </a:rPr>
              <a:t>They are specified by first inserting different combinations of condition attribute values and then putting </a:t>
            </a:r>
            <a:r>
              <a:rPr b="0" i="0" lang="en-US" sz="2600" u="sng" cap="none" strike="noStrike">
                <a:solidFill>
                  <a:srgbClr val="C00000"/>
                </a:solidFill>
                <a:latin typeface="Arial"/>
                <a:ea typeface="Arial"/>
                <a:cs typeface="Arial"/>
                <a:sym typeface="Arial"/>
              </a:rPr>
              <a:t>X's</a:t>
            </a:r>
            <a:r>
              <a:rPr b="0" i="0" lang="en-US" sz="2600" u="none" cap="none" strike="noStrike">
                <a:solidFill>
                  <a:srgbClr val="C00000"/>
                </a:solidFill>
                <a:latin typeface="Arial"/>
                <a:ea typeface="Arial"/>
                <a:cs typeface="Arial"/>
                <a:sym typeface="Arial"/>
              </a:rPr>
              <a:t> </a:t>
            </a:r>
            <a:r>
              <a:rPr b="0" i="0" lang="en-US" sz="2600" u="none" cap="none" strike="noStrike">
                <a:solidFill>
                  <a:schemeClr val="dk1"/>
                </a:solidFill>
                <a:latin typeface="Arial"/>
                <a:ea typeface="Arial"/>
                <a:cs typeface="Arial"/>
                <a:sym typeface="Arial"/>
              </a:rPr>
              <a:t>in the appropriate columns of the </a:t>
            </a:r>
            <a:r>
              <a:rPr b="0" i="0" lang="en-US" sz="2600" u="none" cap="none" strike="noStrike">
                <a:solidFill>
                  <a:srgbClr val="C00000"/>
                </a:solidFill>
                <a:latin typeface="Arial"/>
                <a:ea typeface="Arial"/>
                <a:cs typeface="Arial"/>
                <a:sym typeface="Arial"/>
              </a:rPr>
              <a:t>action section </a:t>
            </a:r>
            <a:r>
              <a:rPr b="0" i="0" lang="en-US" sz="2600" u="none" cap="none" strike="noStrike">
                <a:solidFill>
                  <a:schemeClr val="dk1"/>
                </a:solidFill>
                <a:latin typeface="Arial"/>
                <a:ea typeface="Arial"/>
                <a:cs typeface="Arial"/>
                <a:sym typeface="Arial"/>
              </a:rPr>
              <a:t>of the table</a:t>
            </a:r>
            <a:endParaRPr/>
          </a:p>
        </p:txBody>
      </p:sp>
      <p:sp>
        <p:nvSpPr>
          <p:cNvPr id="192" name="Google Shape;192;p22"/>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Decision Table Testing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9525" rtl="0" algn="l">
              <a:spcBef>
                <a:spcPts val="0"/>
              </a:spcBef>
              <a:spcAft>
                <a:spcPts val="0"/>
              </a:spcAft>
              <a:buNone/>
            </a:pPr>
            <a:r>
              <a:rPr lang="en-US"/>
              <a:t>Decision Table</a:t>
            </a:r>
            <a:endParaRPr/>
          </a:p>
        </p:txBody>
      </p:sp>
      <p:pic>
        <p:nvPicPr>
          <p:cNvPr id="198" name="Google Shape;198;p23"/>
          <p:cNvPicPr preferRelativeResize="0"/>
          <p:nvPr/>
        </p:nvPicPr>
        <p:blipFill rotWithShape="1">
          <a:blip r:embed="rId3">
            <a:alphaModFix/>
          </a:blip>
          <a:srcRect b="27778" l="17500" r="34166" t="50000"/>
          <a:stretch/>
        </p:blipFill>
        <p:spPr>
          <a:xfrm>
            <a:off x="1066800" y="4104768"/>
            <a:ext cx="7086599" cy="2143631"/>
          </a:xfrm>
          <a:prstGeom prst="rect">
            <a:avLst/>
          </a:prstGeom>
          <a:noFill/>
          <a:ln>
            <a:noFill/>
          </a:ln>
        </p:spPr>
      </p:pic>
      <p:sp>
        <p:nvSpPr>
          <p:cNvPr id="199" name="Google Shape;199;p23"/>
          <p:cNvSpPr/>
          <p:nvPr/>
        </p:nvSpPr>
        <p:spPr>
          <a:xfrm>
            <a:off x="457200" y="1208564"/>
            <a:ext cx="7946231" cy="2426305"/>
          </a:xfrm>
          <a:prstGeom prst="rect">
            <a:avLst/>
          </a:prstGeom>
          <a:noFill/>
          <a:ln>
            <a:noFill/>
          </a:ln>
        </p:spPr>
        <p:txBody>
          <a:bodyPr anchorCtr="0" anchor="t" bIns="45700" lIns="91425" spcFirstLastPara="1" rIns="91425" wrap="square" tIns="45700">
            <a:spAutoFit/>
          </a:bodyPr>
          <a:lstStyle/>
          <a:p>
            <a:pPr indent="-257175" lvl="0" marL="257175" marR="0" rtl="0" algn="just">
              <a:spcBef>
                <a:spcPts val="0"/>
              </a:spcBef>
              <a:spcAft>
                <a:spcPts val="0"/>
              </a:spcAft>
              <a:buClr>
                <a:srgbClr val="000000"/>
              </a:buClr>
              <a:buSzPts val="2000"/>
              <a:buFont typeface="Arial"/>
              <a:buChar char="•"/>
            </a:pPr>
            <a:r>
              <a:rPr lang="en-US" sz="2000">
                <a:solidFill>
                  <a:srgbClr val="000000"/>
                </a:solidFill>
                <a:latin typeface="Calibri"/>
                <a:ea typeface="Calibri"/>
                <a:cs typeface="Calibri"/>
                <a:sym typeface="Calibri"/>
              </a:rPr>
              <a:t>Most of us use an email account, and when you want to use an email account, for this you need to enter the email and its associated password.</a:t>
            </a:r>
            <a:endParaRPr/>
          </a:p>
          <a:p>
            <a:pPr indent="-257175" lvl="0" marL="257175" marR="0" rtl="0" algn="just">
              <a:spcBef>
                <a:spcPts val="1350"/>
              </a:spcBef>
              <a:spcAft>
                <a:spcPts val="0"/>
              </a:spcAft>
              <a:buClr>
                <a:srgbClr val="000000"/>
              </a:buClr>
              <a:buSzPts val="2000"/>
              <a:buFont typeface="Arial"/>
              <a:buChar char="•"/>
            </a:pPr>
            <a:r>
              <a:rPr lang="en-US" sz="2000">
                <a:solidFill>
                  <a:srgbClr val="000000"/>
                </a:solidFill>
                <a:latin typeface="Calibri"/>
                <a:ea typeface="Calibri"/>
                <a:cs typeface="Calibri"/>
                <a:sym typeface="Calibri"/>
              </a:rPr>
              <a:t>If both email and password are correctly matched, the user will be directed to the email account's homepage; otherwise, it will come back to the login page with an error message specified with "Incorrect Email" or "Incorrect Password."</a:t>
            </a:r>
            <a:endParaRPr/>
          </a:p>
        </p:txBody>
      </p:sp>
      <p:sp>
        <p:nvSpPr>
          <p:cNvPr id="200" name="Google Shape;20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200">
                <a:solidFill>
                  <a:srgbClr val="888888"/>
                </a:solidFill>
                <a:latin typeface="Calibri"/>
                <a:ea typeface="Calibri"/>
                <a:cs typeface="Calibri"/>
                <a:sym typeface="Calibri"/>
              </a:rPr>
              <a:t>SE3002 - Software Quality Engineering</a:t>
            </a:r>
            <a:endParaRPr/>
          </a:p>
        </p:txBody>
      </p:sp>
      <p:sp>
        <p:nvSpPr>
          <p:cNvPr id="201" name="Google Shape;20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5" name="Shape 205"/>
        <p:cNvGrpSpPr/>
        <p:nvPr/>
      </p:nvGrpSpPr>
      <p:grpSpPr>
        <a:xfrm>
          <a:off x="0" y="0"/>
          <a:ext cx="0" cy="0"/>
          <a:chOff x="0" y="0"/>
          <a:chExt cx="0" cy="0"/>
        </a:xfrm>
      </p:grpSpPr>
      <p:sp>
        <p:nvSpPr>
          <p:cNvPr id="206" name="Google Shape;206;p24"/>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Decision Table Format</a:t>
            </a:r>
            <a:endParaRPr/>
          </a:p>
        </p:txBody>
      </p:sp>
      <p:graphicFrame>
        <p:nvGraphicFramePr>
          <p:cNvPr id="207" name="Google Shape;207;p24"/>
          <p:cNvGraphicFramePr/>
          <p:nvPr/>
        </p:nvGraphicFramePr>
        <p:xfrm>
          <a:off x="863916" y="1913892"/>
          <a:ext cx="3000000" cy="3000000"/>
        </p:xfrm>
        <a:graphic>
          <a:graphicData uri="http://schemas.openxmlformats.org/drawingml/2006/table">
            <a:tbl>
              <a:tblPr bandRow="1" firstRow="1">
                <a:noFill/>
                <a:tableStyleId>{088D9E38-63AB-4F39-8222-83D01DE5195E}</a:tableStyleId>
              </a:tblPr>
              <a:tblGrid>
                <a:gridCol w="1723575"/>
                <a:gridCol w="1447800"/>
                <a:gridCol w="1447800"/>
                <a:gridCol w="1295400"/>
                <a:gridCol w="1368550"/>
              </a:tblGrid>
              <a:tr h="396250">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35915" marR="0" rtl="0" algn="l">
                        <a:lnSpc>
                          <a:spcPct val="100000"/>
                        </a:lnSpc>
                        <a:spcBef>
                          <a:spcPts val="0"/>
                        </a:spcBef>
                        <a:spcAft>
                          <a:spcPts val="0"/>
                        </a:spcAft>
                        <a:buNone/>
                      </a:pPr>
                      <a:r>
                        <a:rPr b="1" lang="en-US" sz="2000">
                          <a:latin typeface="Arial"/>
                          <a:ea typeface="Arial"/>
                          <a:cs typeface="Arial"/>
                          <a:sym typeface="Arial"/>
                        </a:rPr>
                        <a:t>Rule 1</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335915" marR="0" rtl="0" algn="l">
                        <a:lnSpc>
                          <a:spcPct val="100000"/>
                        </a:lnSpc>
                        <a:spcBef>
                          <a:spcPts val="0"/>
                        </a:spcBef>
                        <a:spcAft>
                          <a:spcPts val="0"/>
                        </a:spcAft>
                        <a:buNone/>
                      </a:pPr>
                      <a:r>
                        <a:rPr b="1" lang="en-US" sz="2000">
                          <a:latin typeface="Arial"/>
                          <a:ea typeface="Arial"/>
                          <a:cs typeface="Arial"/>
                          <a:sym typeface="Arial"/>
                        </a:rPr>
                        <a:t>Rule 2</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1270" marR="0" rtl="0" algn="ctr">
                        <a:lnSpc>
                          <a:spcPct val="100000"/>
                        </a:lnSpc>
                        <a:spcBef>
                          <a:spcPts val="0"/>
                        </a:spcBef>
                        <a:spcAft>
                          <a:spcPts val="0"/>
                        </a:spcAft>
                        <a:buNone/>
                      </a:pPr>
                      <a:r>
                        <a:rPr b="1" lang="en-US" sz="2000">
                          <a:latin typeface="Arial"/>
                          <a:ea typeface="Arial"/>
                          <a:cs typeface="Arial"/>
                          <a:sym typeface="Arial"/>
                        </a:rPr>
                        <a:t>…</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283210" marR="0" rtl="0" algn="l">
                        <a:lnSpc>
                          <a:spcPct val="100000"/>
                        </a:lnSpc>
                        <a:spcBef>
                          <a:spcPts val="0"/>
                        </a:spcBef>
                        <a:spcAft>
                          <a:spcPts val="0"/>
                        </a:spcAft>
                        <a:buNone/>
                      </a:pPr>
                      <a:r>
                        <a:rPr b="1" lang="en-US" sz="2000">
                          <a:latin typeface="Arial"/>
                          <a:ea typeface="Arial"/>
                          <a:cs typeface="Arial"/>
                          <a:sym typeface="Arial"/>
                        </a:rPr>
                        <a:t>Rule P</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r>
              <a:tr h="39625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Condition-1</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25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Condition-2</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25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25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Condition-M</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25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Action-1</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25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Action-2</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25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25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Action-N</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type="title"/>
          </p:nvPr>
        </p:nvSpPr>
        <p:spPr>
          <a:xfrm>
            <a:off x="2849" y="0"/>
            <a:ext cx="9141150" cy="923330"/>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sz="6000"/>
              <a:t>Decision Table Format</a:t>
            </a:r>
            <a:endParaRPr/>
          </a:p>
        </p:txBody>
      </p:sp>
      <p:sp>
        <p:nvSpPr>
          <p:cNvPr id="213" name="Google Shape;213;p25"/>
          <p:cNvSpPr/>
          <p:nvPr/>
        </p:nvSpPr>
        <p:spPr>
          <a:xfrm>
            <a:off x="2593847" y="1920240"/>
            <a:ext cx="1447800" cy="396240"/>
          </a:xfrm>
          <a:custGeom>
            <a:rect b="b" l="l" r="r" t="t"/>
            <a:pathLst>
              <a:path extrusionOk="0" h="396239" w="1447800">
                <a:moveTo>
                  <a:pt x="0" y="396239"/>
                </a:moveTo>
                <a:lnTo>
                  <a:pt x="1447799" y="396239"/>
                </a:lnTo>
                <a:lnTo>
                  <a:pt x="1447799" y="0"/>
                </a:lnTo>
                <a:lnTo>
                  <a:pt x="0" y="0"/>
                </a:lnTo>
                <a:lnTo>
                  <a:pt x="0" y="396239"/>
                </a:lnTo>
                <a:close/>
              </a:path>
            </a:pathLst>
          </a:custGeom>
          <a:solidFill>
            <a:srgbClr val="D7E4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25"/>
          <p:cNvSpPr/>
          <p:nvPr/>
        </p:nvSpPr>
        <p:spPr>
          <a:xfrm>
            <a:off x="4041647" y="1920240"/>
            <a:ext cx="1447800" cy="396240"/>
          </a:xfrm>
          <a:custGeom>
            <a:rect b="b" l="l" r="r" t="t"/>
            <a:pathLst>
              <a:path extrusionOk="0" h="396239" w="1447800">
                <a:moveTo>
                  <a:pt x="0" y="396239"/>
                </a:moveTo>
                <a:lnTo>
                  <a:pt x="1447799" y="396239"/>
                </a:lnTo>
                <a:lnTo>
                  <a:pt x="1447799" y="0"/>
                </a:lnTo>
                <a:lnTo>
                  <a:pt x="0" y="0"/>
                </a:lnTo>
                <a:lnTo>
                  <a:pt x="0" y="396239"/>
                </a:lnTo>
                <a:close/>
              </a:path>
            </a:pathLst>
          </a:custGeom>
          <a:solidFill>
            <a:srgbClr val="D7E4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25"/>
          <p:cNvSpPr/>
          <p:nvPr/>
        </p:nvSpPr>
        <p:spPr>
          <a:xfrm>
            <a:off x="5489447" y="1920240"/>
            <a:ext cx="1295400" cy="396240"/>
          </a:xfrm>
          <a:custGeom>
            <a:rect b="b" l="l" r="r" t="t"/>
            <a:pathLst>
              <a:path extrusionOk="0" h="396239" w="1295400">
                <a:moveTo>
                  <a:pt x="0" y="396239"/>
                </a:moveTo>
                <a:lnTo>
                  <a:pt x="1295399" y="396239"/>
                </a:lnTo>
                <a:lnTo>
                  <a:pt x="1295399" y="0"/>
                </a:lnTo>
                <a:lnTo>
                  <a:pt x="0" y="0"/>
                </a:lnTo>
                <a:lnTo>
                  <a:pt x="0" y="396239"/>
                </a:lnTo>
                <a:close/>
              </a:path>
            </a:pathLst>
          </a:custGeom>
          <a:solidFill>
            <a:srgbClr val="D7E4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25"/>
          <p:cNvSpPr/>
          <p:nvPr/>
        </p:nvSpPr>
        <p:spPr>
          <a:xfrm>
            <a:off x="6784847" y="1920240"/>
            <a:ext cx="1369060" cy="396240"/>
          </a:xfrm>
          <a:custGeom>
            <a:rect b="b" l="l" r="r" t="t"/>
            <a:pathLst>
              <a:path extrusionOk="0" h="396239" w="1369059">
                <a:moveTo>
                  <a:pt x="0" y="396239"/>
                </a:moveTo>
                <a:lnTo>
                  <a:pt x="1368551" y="396239"/>
                </a:lnTo>
                <a:lnTo>
                  <a:pt x="1368551" y="0"/>
                </a:lnTo>
                <a:lnTo>
                  <a:pt x="0" y="0"/>
                </a:lnTo>
                <a:lnTo>
                  <a:pt x="0" y="396239"/>
                </a:lnTo>
                <a:close/>
              </a:path>
            </a:pathLst>
          </a:custGeom>
          <a:solidFill>
            <a:srgbClr val="D7E4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25"/>
          <p:cNvSpPr/>
          <p:nvPr/>
        </p:nvSpPr>
        <p:spPr>
          <a:xfrm>
            <a:off x="870266" y="2316480"/>
            <a:ext cx="1724025" cy="396240"/>
          </a:xfrm>
          <a:custGeom>
            <a:rect b="b" l="l" r="r" t="t"/>
            <a:pathLst>
              <a:path extrusionOk="0" h="396239" w="1724025">
                <a:moveTo>
                  <a:pt x="0" y="396239"/>
                </a:moveTo>
                <a:lnTo>
                  <a:pt x="1723643" y="396239"/>
                </a:lnTo>
                <a:lnTo>
                  <a:pt x="1723643" y="0"/>
                </a:lnTo>
                <a:lnTo>
                  <a:pt x="0" y="0"/>
                </a:lnTo>
                <a:lnTo>
                  <a:pt x="0" y="396239"/>
                </a:lnTo>
                <a:close/>
              </a:path>
            </a:pathLst>
          </a:custGeom>
          <a:solidFill>
            <a:srgbClr val="F9F67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25"/>
          <p:cNvSpPr/>
          <p:nvPr/>
        </p:nvSpPr>
        <p:spPr>
          <a:xfrm>
            <a:off x="870266" y="2712720"/>
            <a:ext cx="1724025" cy="396240"/>
          </a:xfrm>
          <a:custGeom>
            <a:rect b="b" l="l" r="r" t="t"/>
            <a:pathLst>
              <a:path extrusionOk="0" h="396239" w="1724025">
                <a:moveTo>
                  <a:pt x="0" y="396239"/>
                </a:moveTo>
                <a:lnTo>
                  <a:pt x="1723643" y="396239"/>
                </a:lnTo>
                <a:lnTo>
                  <a:pt x="1723643" y="0"/>
                </a:lnTo>
                <a:lnTo>
                  <a:pt x="0" y="0"/>
                </a:lnTo>
                <a:lnTo>
                  <a:pt x="0" y="396239"/>
                </a:lnTo>
                <a:close/>
              </a:path>
            </a:pathLst>
          </a:custGeom>
          <a:solidFill>
            <a:srgbClr val="F9F67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25"/>
          <p:cNvSpPr/>
          <p:nvPr/>
        </p:nvSpPr>
        <p:spPr>
          <a:xfrm>
            <a:off x="870266" y="3108960"/>
            <a:ext cx="1724025" cy="396240"/>
          </a:xfrm>
          <a:custGeom>
            <a:rect b="b" l="l" r="r" t="t"/>
            <a:pathLst>
              <a:path extrusionOk="0" h="396239" w="1724025">
                <a:moveTo>
                  <a:pt x="0" y="396239"/>
                </a:moveTo>
                <a:lnTo>
                  <a:pt x="1723643" y="396239"/>
                </a:lnTo>
                <a:lnTo>
                  <a:pt x="1723643" y="0"/>
                </a:lnTo>
                <a:lnTo>
                  <a:pt x="0" y="0"/>
                </a:lnTo>
                <a:lnTo>
                  <a:pt x="0" y="396239"/>
                </a:lnTo>
                <a:close/>
              </a:path>
            </a:pathLst>
          </a:custGeom>
          <a:solidFill>
            <a:srgbClr val="F9F67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25"/>
          <p:cNvSpPr/>
          <p:nvPr/>
        </p:nvSpPr>
        <p:spPr>
          <a:xfrm>
            <a:off x="870266" y="3505200"/>
            <a:ext cx="1724025" cy="396240"/>
          </a:xfrm>
          <a:custGeom>
            <a:rect b="b" l="l" r="r" t="t"/>
            <a:pathLst>
              <a:path extrusionOk="0" h="396239" w="1724025">
                <a:moveTo>
                  <a:pt x="0" y="396239"/>
                </a:moveTo>
                <a:lnTo>
                  <a:pt x="1723643" y="396239"/>
                </a:lnTo>
                <a:lnTo>
                  <a:pt x="1723643" y="0"/>
                </a:lnTo>
                <a:lnTo>
                  <a:pt x="0" y="0"/>
                </a:lnTo>
                <a:lnTo>
                  <a:pt x="0" y="396239"/>
                </a:lnTo>
                <a:close/>
              </a:path>
            </a:pathLst>
          </a:custGeom>
          <a:solidFill>
            <a:srgbClr val="F9F67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25"/>
          <p:cNvSpPr/>
          <p:nvPr/>
        </p:nvSpPr>
        <p:spPr>
          <a:xfrm>
            <a:off x="870266" y="3901440"/>
            <a:ext cx="1724025" cy="396240"/>
          </a:xfrm>
          <a:custGeom>
            <a:rect b="b" l="l" r="r" t="t"/>
            <a:pathLst>
              <a:path extrusionOk="0" h="396239" w="1724025">
                <a:moveTo>
                  <a:pt x="0" y="396239"/>
                </a:moveTo>
                <a:lnTo>
                  <a:pt x="1723643" y="396239"/>
                </a:lnTo>
                <a:lnTo>
                  <a:pt x="1723643" y="0"/>
                </a:lnTo>
                <a:lnTo>
                  <a:pt x="0" y="0"/>
                </a:lnTo>
                <a:lnTo>
                  <a:pt x="0" y="396239"/>
                </a:lnTo>
                <a:close/>
              </a:path>
            </a:pathLst>
          </a:custGeom>
          <a:solidFill>
            <a:srgbClr val="F9F67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25"/>
          <p:cNvSpPr/>
          <p:nvPr/>
        </p:nvSpPr>
        <p:spPr>
          <a:xfrm>
            <a:off x="870266" y="4297679"/>
            <a:ext cx="1724025" cy="396240"/>
          </a:xfrm>
          <a:custGeom>
            <a:rect b="b" l="l" r="r" t="t"/>
            <a:pathLst>
              <a:path extrusionOk="0" h="396239" w="1724025">
                <a:moveTo>
                  <a:pt x="0" y="396239"/>
                </a:moveTo>
                <a:lnTo>
                  <a:pt x="1723643" y="396239"/>
                </a:lnTo>
                <a:lnTo>
                  <a:pt x="1723643" y="0"/>
                </a:lnTo>
                <a:lnTo>
                  <a:pt x="0" y="0"/>
                </a:lnTo>
                <a:lnTo>
                  <a:pt x="0" y="396239"/>
                </a:lnTo>
                <a:close/>
              </a:path>
            </a:pathLst>
          </a:custGeom>
          <a:solidFill>
            <a:srgbClr val="F9F67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25"/>
          <p:cNvSpPr/>
          <p:nvPr/>
        </p:nvSpPr>
        <p:spPr>
          <a:xfrm>
            <a:off x="870266" y="4693920"/>
            <a:ext cx="1724025" cy="396240"/>
          </a:xfrm>
          <a:custGeom>
            <a:rect b="b" l="l" r="r" t="t"/>
            <a:pathLst>
              <a:path extrusionOk="0" h="396239" w="1724025">
                <a:moveTo>
                  <a:pt x="0" y="396239"/>
                </a:moveTo>
                <a:lnTo>
                  <a:pt x="1723643" y="396239"/>
                </a:lnTo>
                <a:lnTo>
                  <a:pt x="1723643" y="0"/>
                </a:lnTo>
                <a:lnTo>
                  <a:pt x="0" y="0"/>
                </a:lnTo>
                <a:lnTo>
                  <a:pt x="0" y="396239"/>
                </a:lnTo>
                <a:close/>
              </a:path>
            </a:pathLst>
          </a:custGeom>
          <a:solidFill>
            <a:srgbClr val="F9F67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25"/>
          <p:cNvSpPr/>
          <p:nvPr/>
        </p:nvSpPr>
        <p:spPr>
          <a:xfrm>
            <a:off x="870266" y="5090160"/>
            <a:ext cx="1724025" cy="396240"/>
          </a:xfrm>
          <a:custGeom>
            <a:rect b="b" l="l" r="r" t="t"/>
            <a:pathLst>
              <a:path extrusionOk="0" h="396239" w="1724025">
                <a:moveTo>
                  <a:pt x="0" y="396239"/>
                </a:moveTo>
                <a:lnTo>
                  <a:pt x="1723643" y="396239"/>
                </a:lnTo>
                <a:lnTo>
                  <a:pt x="1723643" y="0"/>
                </a:lnTo>
                <a:lnTo>
                  <a:pt x="0" y="0"/>
                </a:lnTo>
                <a:lnTo>
                  <a:pt x="0" y="396239"/>
                </a:lnTo>
                <a:close/>
              </a:path>
            </a:pathLst>
          </a:custGeom>
          <a:solidFill>
            <a:srgbClr val="F9F67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25"/>
          <p:cNvSpPr/>
          <p:nvPr/>
        </p:nvSpPr>
        <p:spPr>
          <a:xfrm>
            <a:off x="2593847" y="1913900"/>
            <a:ext cx="0" cy="3578860"/>
          </a:xfrm>
          <a:custGeom>
            <a:rect b="b" l="l" r="r" t="t"/>
            <a:pathLst>
              <a:path extrusionOk="0" h="3578860" w="120000">
                <a:moveTo>
                  <a:pt x="0" y="0"/>
                </a:moveTo>
                <a:lnTo>
                  <a:pt x="0" y="3578845"/>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25"/>
          <p:cNvSpPr/>
          <p:nvPr/>
        </p:nvSpPr>
        <p:spPr>
          <a:xfrm>
            <a:off x="4041647" y="1913900"/>
            <a:ext cx="0" cy="3578860"/>
          </a:xfrm>
          <a:custGeom>
            <a:rect b="b" l="l" r="r" t="t"/>
            <a:pathLst>
              <a:path extrusionOk="0" h="3578860" w="120000">
                <a:moveTo>
                  <a:pt x="0" y="0"/>
                </a:moveTo>
                <a:lnTo>
                  <a:pt x="0" y="3578845"/>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25"/>
          <p:cNvSpPr/>
          <p:nvPr/>
        </p:nvSpPr>
        <p:spPr>
          <a:xfrm>
            <a:off x="5489447" y="1913900"/>
            <a:ext cx="0" cy="3578860"/>
          </a:xfrm>
          <a:custGeom>
            <a:rect b="b" l="l" r="r" t="t"/>
            <a:pathLst>
              <a:path extrusionOk="0" h="3578860" w="120000">
                <a:moveTo>
                  <a:pt x="0" y="0"/>
                </a:moveTo>
                <a:lnTo>
                  <a:pt x="0" y="3578845"/>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25"/>
          <p:cNvSpPr/>
          <p:nvPr/>
        </p:nvSpPr>
        <p:spPr>
          <a:xfrm>
            <a:off x="6784847" y="1913900"/>
            <a:ext cx="0" cy="3578860"/>
          </a:xfrm>
          <a:custGeom>
            <a:rect b="b" l="l" r="r" t="t"/>
            <a:pathLst>
              <a:path extrusionOk="0" h="3578860" w="120000">
                <a:moveTo>
                  <a:pt x="0" y="0"/>
                </a:moveTo>
                <a:lnTo>
                  <a:pt x="0" y="3578845"/>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25"/>
          <p:cNvSpPr/>
          <p:nvPr/>
        </p:nvSpPr>
        <p:spPr>
          <a:xfrm>
            <a:off x="863918" y="2316480"/>
            <a:ext cx="7296150" cy="0"/>
          </a:xfrm>
          <a:custGeom>
            <a:rect b="b" l="l" r="r" t="t"/>
            <a:pathLst>
              <a:path extrusionOk="0" h="120000" w="7296150">
                <a:moveTo>
                  <a:pt x="0" y="0"/>
                </a:moveTo>
                <a:lnTo>
                  <a:pt x="729582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25"/>
          <p:cNvSpPr/>
          <p:nvPr/>
        </p:nvSpPr>
        <p:spPr>
          <a:xfrm>
            <a:off x="863918" y="2712720"/>
            <a:ext cx="7296150" cy="0"/>
          </a:xfrm>
          <a:custGeom>
            <a:rect b="b" l="l" r="r" t="t"/>
            <a:pathLst>
              <a:path extrusionOk="0" h="120000" w="7296150">
                <a:moveTo>
                  <a:pt x="0" y="0"/>
                </a:moveTo>
                <a:lnTo>
                  <a:pt x="729582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25"/>
          <p:cNvSpPr/>
          <p:nvPr/>
        </p:nvSpPr>
        <p:spPr>
          <a:xfrm>
            <a:off x="863918" y="3108960"/>
            <a:ext cx="7296150" cy="0"/>
          </a:xfrm>
          <a:custGeom>
            <a:rect b="b" l="l" r="r" t="t"/>
            <a:pathLst>
              <a:path extrusionOk="0" h="120000" w="7296150">
                <a:moveTo>
                  <a:pt x="0" y="0"/>
                </a:moveTo>
                <a:lnTo>
                  <a:pt x="729582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25"/>
          <p:cNvSpPr/>
          <p:nvPr/>
        </p:nvSpPr>
        <p:spPr>
          <a:xfrm>
            <a:off x="863918" y="3505200"/>
            <a:ext cx="7296150" cy="0"/>
          </a:xfrm>
          <a:custGeom>
            <a:rect b="b" l="l" r="r" t="t"/>
            <a:pathLst>
              <a:path extrusionOk="0" h="120000" w="7296150">
                <a:moveTo>
                  <a:pt x="0" y="0"/>
                </a:moveTo>
                <a:lnTo>
                  <a:pt x="729582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25"/>
          <p:cNvSpPr/>
          <p:nvPr/>
        </p:nvSpPr>
        <p:spPr>
          <a:xfrm>
            <a:off x="863918" y="3901440"/>
            <a:ext cx="7296150" cy="0"/>
          </a:xfrm>
          <a:custGeom>
            <a:rect b="b" l="l" r="r" t="t"/>
            <a:pathLst>
              <a:path extrusionOk="0" h="120000" w="7296150">
                <a:moveTo>
                  <a:pt x="0" y="0"/>
                </a:moveTo>
                <a:lnTo>
                  <a:pt x="729582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5"/>
          <p:cNvSpPr/>
          <p:nvPr/>
        </p:nvSpPr>
        <p:spPr>
          <a:xfrm>
            <a:off x="863918" y="4297679"/>
            <a:ext cx="7296150" cy="0"/>
          </a:xfrm>
          <a:custGeom>
            <a:rect b="b" l="l" r="r" t="t"/>
            <a:pathLst>
              <a:path extrusionOk="0" h="120000" w="7296150">
                <a:moveTo>
                  <a:pt x="0" y="0"/>
                </a:moveTo>
                <a:lnTo>
                  <a:pt x="729582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25"/>
          <p:cNvSpPr/>
          <p:nvPr/>
        </p:nvSpPr>
        <p:spPr>
          <a:xfrm>
            <a:off x="863918" y="4693920"/>
            <a:ext cx="7296150" cy="0"/>
          </a:xfrm>
          <a:custGeom>
            <a:rect b="b" l="l" r="r" t="t"/>
            <a:pathLst>
              <a:path extrusionOk="0" h="120000" w="7296150">
                <a:moveTo>
                  <a:pt x="0" y="0"/>
                </a:moveTo>
                <a:lnTo>
                  <a:pt x="729582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25"/>
          <p:cNvSpPr/>
          <p:nvPr/>
        </p:nvSpPr>
        <p:spPr>
          <a:xfrm>
            <a:off x="863918" y="5090160"/>
            <a:ext cx="7296150" cy="0"/>
          </a:xfrm>
          <a:custGeom>
            <a:rect b="b" l="l" r="r" t="t"/>
            <a:pathLst>
              <a:path extrusionOk="0" h="120000" w="7296150">
                <a:moveTo>
                  <a:pt x="0" y="0"/>
                </a:moveTo>
                <a:lnTo>
                  <a:pt x="729582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25"/>
          <p:cNvSpPr/>
          <p:nvPr/>
        </p:nvSpPr>
        <p:spPr>
          <a:xfrm>
            <a:off x="870264" y="1913900"/>
            <a:ext cx="0" cy="3578860"/>
          </a:xfrm>
          <a:custGeom>
            <a:rect b="b" l="l" r="r" t="t"/>
            <a:pathLst>
              <a:path extrusionOk="0" h="3578860" w="120000">
                <a:moveTo>
                  <a:pt x="0" y="0"/>
                </a:moveTo>
                <a:lnTo>
                  <a:pt x="0" y="3578845"/>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25"/>
          <p:cNvSpPr/>
          <p:nvPr/>
        </p:nvSpPr>
        <p:spPr>
          <a:xfrm>
            <a:off x="8153400" y="1913900"/>
            <a:ext cx="0" cy="3578860"/>
          </a:xfrm>
          <a:custGeom>
            <a:rect b="b" l="l" r="r" t="t"/>
            <a:pathLst>
              <a:path extrusionOk="0" h="3578860" w="120000">
                <a:moveTo>
                  <a:pt x="0" y="0"/>
                </a:moveTo>
                <a:lnTo>
                  <a:pt x="0" y="3578845"/>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25"/>
          <p:cNvSpPr/>
          <p:nvPr/>
        </p:nvSpPr>
        <p:spPr>
          <a:xfrm>
            <a:off x="863918" y="1920240"/>
            <a:ext cx="7296150" cy="0"/>
          </a:xfrm>
          <a:custGeom>
            <a:rect b="b" l="l" r="r" t="t"/>
            <a:pathLst>
              <a:path extrusionOk="0" h="120000" w="7296150">
                <a:moveTo>
                  <a:pt x="0" y="0"/>
                </a:moveTo>
                <a:lnTo>
                  <a:pt x="729582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25"/>
          <p:cNvSpPr/>
          <p:nvPr/>
        </p:nvSpPr>
        <p:spPr>
          <a:xfrm>
            <a:off x="863918" y="5486400"/>
            <a:ext cx="7296150" cy="0"/>
          </a:xfrm>
          <a:custGeom>
            <a:rect b="b" l="l" r="r" t="t"/>
            <a:pathLst>
              <a:path extrusionOk="0" h="120000" w="7296150">
                <a:moveTo>
                  <a:pt x="0" y="0"/>
                </a:moveTo>
                <a:lnTo>
                  <a:pt x="729582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25"/>
          <p:cNvSpPr txBox="1"/>
          <p:nvPr/>
        </p:nvSpPr>
        <p:spPr>
          <a:xfrm>
            <a:off x="2923796" y="2003716"/>
            <a:ext cx="78740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b="1" lang="en-US" sz="2000">
                <a:solidFill>
                  <a:schemeClr val="dk1"/>
                </a:solidFill>
                <a:latin typeface="Arial"/>
                <a:ea typeface="Arial"/>
                <a:cs typeface="Arial"/>
                <a:sym typeface="Arial"/>
              </a:rPr>
              <a:t>Rule 1</a:t>
            </a:r>
            <a:endParaRPr sz="2000">
              <a:solidFill>
                <a:schemeClr val="dk1"/>
              </a:solidFill>
              <a:latin typeface="Arial"/>
              <a:ea typeface="Arial"/>
              <a:cs typeface="Arial"/>
              <a:sym typeface="Arial"/>
            </a:endParaRPr>
          </a:p>
        </p:txBody>
      </p:sp>
      <p:sp>
        <p:nvSpPr>
          <p:cNvPr id="242" name="Google Shape;242;p25"/>
          <p:cNvSpPr txBox="1"/>
          <p:nvPr/>
        </p:nvSpPr>
        <p:spPr>
          <a:xfrm>
            <a:off x="4371600" y="2003716"/>
            <a:ext cx="788035"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b="1" lang="en-US" sz="2000">
                <a:solidFill>
                  <a:schemeClr val="dk1"/>
                </a:solidFill>
                <a:latin typeface="Arial"/>
                <a:ea typeface="Arial"/>
                <a:cs typeface="Arial"/>
                <a:sym typeface="Arial"/>
              </a:rPr>
              <a:t>Rule 2</a:t>
            </a:r>
            <a:endParaRPr sz="2000">
              <a:solidFill>
                <a:schemeClr val="dk1"/>
              </a:solidFill>
              <a:latin typeface="Arial"/>
              <a:ea typeface="Arial"/>
              <a:cs typeface="Arial"/>
              <a:sym typeface="Arial"/>
            </a:endParaRPr>
          </a:p>
        </p:txBody>
      </p:sp>
      <p:sp>
        <p:nvSpPr>
          <p:cNvPr id="243" name="Google Shape;243;p25"/>
          <p:cNvSpPr txBox="1"/>
          <p:nvPr/>
        </p:nvSpPr>
        <p:spPr>
          <a:xfrm>
            <a:off x="5997960" y="1993921"/>
            <a:ext cx="28067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b="1"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244" name="Google Shape;244;p25"/>
          <p:cNvSpPr txBox="1"/>
          <p:nvPr/>
        </p:nvSpPr>
        <p:spPr>
          <a:xfrm>
            <a:off x="7061965" y="2003716"/>
            <a:ext cx="815975"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b="1" lang="en-US" sz="2000">
                <a:solidFill>
                  <a:schemeClr val="dk1"/>
                </a:solidFill>
                <a:latin typeface="Arial"/>
                <a:ea typeface="Arial"/>
                <a:cs typeface="Arial"/>
                <a:sym typeface="Arial"/>
              </a:rPr>
              <a:t>Rule P</a:t>
            </a:r>
            <a:endParaRPr sz="2000">
              <a:solidFill>
                <a:schemeClr val="dk1"/>
              </a:solidFill>
              <a:latin typeface="Arial"/>
              <a:ea typeface="Arial"/>
              <a:cs typeface="Arial"/>
              <a:sym typeface="Arial"/>
            </a:endParaRPr>
          </a:p>
        </p:txBody>
      </p:sp>
      <p:sp>
        <p:nvSpPr>
          <p:cNvPr id="245" name="Google Shape;245;p25"/>
          <p:cNvSpPr txBox="1"/>
          <p:nvPr/>
        </p:nvSpPr>
        <p:spPr>
          <a:xfrm>
            <a:off x="949254" y="2397610"/>
            <a:ext cx="132842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Condition-1</a:t>
            </a:r>
            <a:endParaRPr sz="2000">
              <a:solidFill>
                <a:schemeClr val="dk1"/>
              </a:solidFill>
              <a:latin typeface="Arial"/>
              <a:ea typeface="Arial"/>
              <a:cs typeface="Arial"/>
              <a:sym typeface="Arial"/>
            </a:endParaRPr>
          </a:p>
        </p:txBody>
      </p:sp>
      <p:sp>
        <p:nvSpPr>
          <p:cNvPr id="246" name="Google Shape;246;p25"/>
          <p:cNvSpPr txBox="1"/>
          <p:nvPr/>
        </p:nvSpPr>
        <p:spPr>
          <a:xfrm>
            <a:off x="949254" y="2793850"/>
            <a:ext cx="132842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Condition-2</a:t>
            </a:r>
            <a:endParaRPr sz="2000">
              <a:solidFill>
                <a:schemeClr val="dk1"/>
              </a:solidFill>
              <a:latin typeface="Arial"/>
              <a:ea typeface="Arial"/>
              <a:cs typeface="Arial"/>
              <a:sym typeface="Arial"/>
            </a:endParaRPr>
          </a:p>
        </p:txBody>
      </p:sp>
      <p:sp>
        <p:nvSpPr>
          <p:cNvPr id="247" name="Google Shape;247;p25"/>
          <p:cNvSpPr txBox="1"/>
          <p:nvPr/>
        </p:nvSpPr>
        <p:spPr>
          <a:xfrm>
            <a:off x="949256" y="3183270"/>
            <a:ext cx="280035"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248" name="Google Shape;248;p25"/>
          <p:cNvSpPr txBox="1"/>
          <p:nvPr/>
        </p:nvSpPr>
        <p:spPr>
          <a:xfrm>
            <a:off x="949256" y="3586092"/>
            <a:ext cx="1398905"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Condition-M</a:t>
            </a:r>
            <a:endParaRPr sz="2000">
              <a:solidFill>
                <a:schemeClr val="dk1"/>
              </a:solidFill>
              <a:latin typeface="Arial"/>
              <a:ea typeface="Arial"/>
              <a:cs typeface="Arial"/>
              <a:sym typeface="Arial"/>
            </a:endParaRPr>
          </a:p>
        </p:txBody>
      </p:sp>
      <p:sp>
        <p:nvSpPr>
          <p:cNvPr id="249" name="Google Shape;249;p25"/>
          <p:cNvSpPr txBox="1"/>
          <p:nvPr/>
        </p:nvSpPr>
        <p:spPr>
          <a:xfrm>
            <a:off x="949256" y="3982825"/>
            <a:ext cx="959485"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Action-1</a:t>
            </a:r>
            <a:endParaRPr sz="2000">
              <a:solidFill>
                <a:schemeClr val="dk1"/>
              </a:solidFill>
              <a:latin typeface="Arial"/>
              <a:ea typeface="Arial"/>
              <a:cs typeface="Arial"/>
              <a:sym typeface="Arial"/>
            </a:endParaRPr>
          </a:p>
        </p:txBody>
      </p:sp>
      <p:sp>
        <p:nvSpPr>
          <p:cNvPr id="250" name="Google Shape;250;p25"/>
          <p:cNvSpPr txBox="1"/>
          <p:nvPr/>
        </p:nvSpPr>
        <p:spPr>
          <a:xfrm>
            <a:off x="949256" y="4379066"/>
            <a:ext cx="959485"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Action-2</a:t>
            </a:r>
            <a:endParaRPr sz="2000">
              <a:solidFill>
                <a:schemeClr val="dk1"/>
              </a:solidFill>
              <a:latin typeface="Arial"/>
              <a:ea typeface="Arial"/>
              <a:cs typeface="Arial"/>
              <a:sym typeface="Arial"/>
            </a:endParaRPr>
          </a:p>
        </p:txBody>
      </p:sp>
      <p:sp>
        <p:nvSpPr>
          <p:cNvPr id="251" name="Google Shape;251;p25"/>
          <p:cNvSpPr txBox="1"/>
          <p:nvPr/>
        </p:nvSpPr>
        <p:spPr>
          <a:xfrm>
            <a:off x="949256" y="4768485"/>
            <a:ext cx="280035"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252" name="Google Shape;252;p25"/>
          <p:cNvSpPr txBox="1"/>
          <p:nvPr/>
        </p:nvSpPr>
        <p:spPr>
          <a:xfrm>
            <a:off x="949254" y="5171308"/>
            <a:ext cx="100203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Action-N</a:t>
            </a:r>
            <a:endParaRPr sz="2000">
              <a:solidFill>
                <a:schemeClr val="dk1"/>
              </a:solidFill>
              <a:latin typeface="Arial"/>
              <a:ea typeface="Arial"/>
              <a:cs typeface="Arial"/>
              <a:sym typeface="Arial"/>
            </a:endParaRPr>
          </a:p>
        </p:txBody>
      </p:sp>
      <p:sp>
        <p:nvSpPr>
          <p:cNvPr id="253" name="Google Shape;253;p25"/>
          <p:cNvSpPr/>
          <p:nvPr/>
        </p:nvSpPr>
        <p:spPr>
          <a:xfrm>
            <a:off x="915161" y="2276094"/>
            <a:ext cx="1600200" cy="1600200"/>
          </a:xfrm>
          <a:custGeom>
            <a:rect b="b" l="l" r="r" t="t"/>
            <a:pathLst>
              <a:path extrusionOk="0" h="1600200" w="1600200">
                <a:moveTo>
                  <a:pt x="0" y="266699"/>
                </a:moveTo>
                <a:lnTo>
                  <a:pt x="3490" y="223436"/>
                </a:lnTo>
                <a:lnTo>
                  <a:pt x="13596" y="182396"/>
                </a:lnTo>
                <a:lnTo>
                  <a:pt x="29769" y="144129"/>
                </a:lnTo>
                <a:lnTo>
                  <a:pt x="51458" y="109183"/>
                </a:lnTo>
                <a:lnTo>
                  <a:pt x="78115" y="78108"/>
                </a:lnTo>
                <a:lnTo>
                  <a:pt x="109191" y="51453"/>
                </a:lnTo>
                <a:lnTo>
                  <a:pt x="144137" y="29765"/>
                </a:lnTo>
                <a:lnTo>
                  <a:pt x="182403" y="13595"/>
                </a:lnTo>
                <a:lnTo>
                  <a:pt x="223440" y="3490"/>
                </a:lnTo>
                <a:lnTo>
                  <a:pt x="266699" y="0"/>
                </a:lnTo>
                <a:lnTo>
                  <a:pt x="1333499" y="0"/>
                </a:lnTo>
                <a:lnTo>
                  <a:pt x="1376765" y="3490"/>
                </a:lnTo>
                <a:lnTo>
                  <a:pt x="1417806" y="13595"/>
                </a:lnTo>
                <a:lnTo>
                  <a:pt x="1456073" y="29765"/>
                </a:lnTo>
                <a:lnTo>
                  <a:pt x="1491018" y="51453"/>
                </a:lnTo>
                <a:lnTo>
                  <a:pt x="1522093" y="78108"/>
                </a:lnTo>
                <a:lnTo>
                  <a:pt x="1548748" y="109183"/>
                </a:lnTo>
                <a:lnTo>
                  <a:pt x="1570435" y="144129"/>
                </a:lnTo>
                <a:lnTo>
                  <a:pt x="1586605" y="182396"/>
                </a:lnTo>
                <a:lnTo>
                  <a:pt x="1596709" y="223436"/>
                </a:lnTo>
                <a:lnTo>
                  <a:pt x="1600199" y="266699"/>
                </a:lnTo>
                <a:lnTo>
                  <a:pt x="1600199" y="1333499"/>
                </a:lnTo>
                <a:lnTo>
                  <a:pt x="1596709" y="1376763"/>
                </a:lnTo>
                <a:lnTo>
                  <a:pt x="1586605" y="1417803"/>
                </a:lnTo>
                <a:lnTo>
                  <a:pt x="1570435" y="1456070"/>
                </a:lnTo>
                <a:lnTo>
                  <a:pt x="1548748" y="1491016"/>
                </a:lnTo>
                <a:lnTo>
                  <a:pt x="1522093" y="1522091"/>
                </a:lnTo>
                <a:lnTo>
                  <a:pt x="1491018" y="1548746"/>
                </a:lnTo>
                <a:lnTo>
                  <a:pt x="1456073" y="1570434"/>
                </a:lnTo>
                <a:lnTo>
                  <a:pt x="1417806" y="1586604"/>
                </a:lnTo>
                <a:lnTo>
                  <a:pt x="1376765" y="1596709"/>
                </a:lnTo>
                <a:lnTo>
                  <a:pt x="1333499" y="1600199"/>
                </a:lnTo>
                <a:lnTo>
                  <a:pt x="266699" y="1600199"/>
                </a:lnTo>
                <a:lnTo>
                  <a:pt x="223440" y="1596709"/>
                </a:lnTo>
                <a:lnTo>
                  <a:pt x="182403" y="1586604"/>
                </a:lnTo>
                <a:lnTo>
                  <a:pt x="144137" y="1570434"/>
                </a:lnTo>
                <a:lnTo>
                  <a:pt x="109191" y="1548746"/>
                </a:lnTo>
                <a:lnTo>
                  <a:pt x="78115" y="1522091"/>
                </a:lnTo>
                <a:lnTo>
                  <a:pt x="51458" y="1491016"/>
                </a:lnTo>
                <a:lnTo>
                  <a:pt x="29769" y="1456070"/>
                </a:lnTo>
                <a:lnTo>
                  <a:pt x="13596" y="1417803"/>
                </a:lnTo>
                <a:lnTo>
                  <a:pt x="3490" y="1376763"/>
                </a:lnTo>
                <a:lnTo>
                  <a:pt x="0" y="1333499"/>
                </a:lnTo>
                <a:lnTo>
                  <a:pt x="0" y="266699"/>
                </a:lnTo>
                <a:close/>
              </a:path>
            </a:pathLst>
          </a:custGeom>
          <a:noFill/>
          <a:ln cap="flat" cmpd="sng" w="259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25"/>
          <p:cNvSpPr/>
          <p:nvPr/>
        </p:nvSpPr>
        <p:spPr>
          <a:xfrm>
            <a:off x="915161" y="3955541"/>
            <a:ext cx="1600200" cy="1600200"/>
          </a:xfrm>
          <a:custGeom>
            <a:rect b="b" l="l" r="r" t="t"/>
            <a:pathLst>
              <a:path extrusionOk="0" h="1600200" w="1600200">
                <a:moveTo>
                  <a:pt x="0" y="266699"/>
                </a:moveTo>
                <a:lnTo>
                  <a:pt x="3490" y="223434"/>
                </a:lnTo>
                <a:lnTo>
                  <a:pt x="13596" y="182393"/>
                </a:lnTo>
                <a:lnTo>
                  <a:pt x="29769" y="144126"/>
                </a:lnTo>
                <a:lnTo>
                  <a:pt x="51458" y="109181"/>
                </a:lnTo>
                <a:lnTo>
                  <a:pt x="78115" y="78106"/>
                </a:lnTo>
                <a:lnTo>
                  <a:pt x="109191" y="51451"/>
                </a:lnTo>
                <a:lnTo>
                  <a:pt x="144137" y="29764"/>
                </a:lnTo>
                <a:lnTo>
                  <a:pt x="182403" y="13594"/>
                </a:lnTo>
                <a:lnTo>
                  <a:pt x="223440" y="3490"/>
                </a:lnTo>
                <a:lnTo>
                  <a:pt x="266699" y="0"/>
                </a:lnTo>
                <a:lnTo>
                  <a:pt x="1333499" y="0"/>
                </a:lnTo>
                <a:lnTo>
                  <a:pt x="1376765" y="3490"/>
                </a:lnTo>
                <a:lnTo>
                  <a:pt x="1417806" y="13594"/>
                </a:lnTo>
                <a:lnTo>
                  <a:pt x="1456073" y="29764"/>
                </a:lnTo>
                <a:lnTo>
                  <a:pt x="1491018" y="51451"/>
                </a:lnTo>
                <a:lnTo>
                  <a:pt x="1522093" y="78106"/>
                </a:lnTo>
                <a:lnTo>
                  <a:pt x="1548748" y="109181"/>
                </a:lnTo>
                <a:lnTo>
                  <a:pt x="1570435" y="144126"/>
                </a:lnTo>
                <a:lnTo>
                  <a:pt x="1586605" y="182393"/>
                </a:lnTo>
                <a:lnTo>
                  <a:pt x="1596709" y="223434"/>
                </a:lnTo>
                <a:lnTo>
                  <a:pt x="1600199" y="266699"/>
                </a:lnTo>
                <a:lnTo>
                  <a:pt x="1600199" y="1333499"/>
                </a:lnTo>
                <a:lnTo>
                  <a:pt x="1596709" y="1376765"/>
                </a:lnTo>
                <a:lnTo>
                  <a:pt x="1586605" y="1417806"/>
                </a:lnTo>
                <a:lnTo>
                  <a:pt x="1570435" y="1456073"/>
                </a:lnTo>
                <a:lnTo>
                  <a:pt x="1548748" y="1491018"/>
                </a:lnTo>
                <a:lnTo>
                  <a:pt x="1522093" y="1522093"/>
                </a:lnTo>
                <a:lnTo>
                  <a:pt x="1491018" y="1548748"/>
                </a:lnTo>
                <a:lnTo>
                  <a:pt x="1456073" y="1570435"/>
                </a:lnTo>
                <a:lnTo>
                  <a:pt x="1417806" y="1586605"/>
                </a:lnTo>
                <a:lnTo>
                  <a:pt x="1376765" y="1596709"/>
                </a:lnTo>
                <a:lnTo>
                  <a:pt x="1333499" y="1600199"/>
                </a:lnTo>
                <a:lnTo>
                  <a:pt x="266699" y="1600199"/>
                </a:lnTo>
                <a:lnTo>
                  <a:pt x="223440" y="1596709"/>
                </a:lnTo>
                <a:lnTo>
                  <a:pt x="182403" y="1586605"/>
                </a:lnTo>
                <a:lnTo>
                  <a:pt x="144137" y="1570435"/>
                </a:lnTo>
                <a:lnTo>
                  <a:pt x="109191" y="1548748"/>
                </a:lnTo>
                <a:lnTo>
                  <a:pt x="78115" y="1522093"/>
                </a:lnTo>
                <a:lnTo>
                  <a:pt x="51458" y="1491018"/>
                </a:lnTo>
                <a:lnTo>
                  <a:pt x="29769" y="1456073"/>
                </a:lnTo>
                <a:lnTo>
                  <a:pt x="13596" y="1417806"/>
                </a:lnTo>
                <a:lnTo>
                  <a:pt x="3490" y="1376765"/>
                </a:lnTo>
                <a:lnTo>
                  <a:pt x="0" y="1333499"/>
                </a:lnTo>
                <a:lnTo>
                  <a:pt x="0" y="266699"/>
                </a:lnTo>
                <a:close/>
              </a:path>
            </a:pathLst>
          </a:custGeom>
          <a:noFill/>
          <a:ln cap="flat" cmpd="sng" w="25900">
            <a:solidFill>
              <a:srgbClr val="00AF5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25"/>
          <p:cNvSpPr txBox="1"/>
          <p:nvPr/>
        </p:nvSpPr>
        <p:spPr>
          <a:xfrm>
            <a:off x="383540" y="5986485"/>
            <a:ext cx="1802130" cy="276999"/>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1800">
                <a:solidFill>
                  <a:srgbClr val="C00000"/>
                </a:solidFill>
                <a:latin typeface="Arial"/>
                <a:ea typeface="Arial"/>
                <a:cs typeface="Arial"/>
                <a:sym typeface="Arial"/>
              </a:rPr>
              <a:t>Expected Results</a:t>
            </a:r>
            <a:endParaRPr sz="1800">
              <a:solidFill>
                <a:schemeClr val="dk1"/>
              </a:solidFill>
              <a:latin typeface="Arial"/>
              <a:ea typeface="Arial"/>
              <a:cs typeface="Arial"/>
              <a:sym typeface="Arial"/>
            </a:endParaRPr>
          </a:p>
        </p:txBody>
      </p:sp>
      <p:sp>
        <p:nvSpPr>
          <p:cNvPr id="256" name="Google Shape;256;p25"/>
          <p:cNvSpPr/>
          <p:nvPr/>
        </p:nvSpPr>
        <p:spPr>
          <a:xfrm>
            <a:off x="1078350" y="5569460"/>
            <a:ext cx="428625" cy="417195"/>
          </a:xfrm>
          <a:custGeom>
            <a:rect b="b" l="l" r="r" t="t"/>
            <a:pathLst>
              <a:path extrusionOk="0" h="417195" w="428625">
                <a:moveTo>
                  <a:pt x="363344" y="44876"/>
                </a:moveTo>
                <a:lnTo>
                  <a:pt x="0" y="398074"/>
                </a:lnTo>
                <a:lnTo>
                  <a:pt x="18050" y="416634"/>
                </a:lnTo>
                <a:lnTo>
                  <a:pt x="381376" y="63455"/>
                </a:lnTo>
                <a:lnTo>
                  <a:pt x="363344" y="44876"/>
                </a:lnTo>
                <a:close/>
              </a:path>
              <a:path extrusionOk="0" h="417195" w="428625">
                <a:moveTo>
                  <a:pt x="415581" y="35850"/>
                </a:moveTo>
                <a:lnTo>
                  <a:pt x="372630" y="35850"/>
                </a:lnTo>
                <a:lnTo>
                  <a:pt x="390656" y="54434"/>
                </a:lnTo>
                <a:lnTo>
                  <a:pt x="381376" y="63455"/>
                </a:lnTo>
                <a:lnTo>
                  <a:pt x="399419" y="82046"/>
                </a:lnTo>
                <a:lnTo>
                  <a:pt x="415581" y="35850"/>
                </a:lnTo>
                <a:close/>
              </a:path>
              <a:path extrusionOk="0" h="417195" w="428625">
                <a:moveTo>
                  <a:pt x="372630" y="35850"/>
                </a:moveTo>
                <a:lnTo>
                  <a:pt x="363344" y="44876"/>
                </a:lnTo>
                <a:lnTo>
                  <a:pt x="381376" y="63455"/>
                </a:lnTo>
                <a:lnTo>
                  <a:pt x="390656" y="54434"/>
                </a:lnTo>
                <a:lnTo>
                  <a:pt x="372630" y="35850"/>
                </a:lnTo>
                <a:close/>
              </a:path>
              <a:path extrusionOk="0" h="417195" w="428625">
                <a:moveTo>
                  <a:pt x="428125" y="0"/>
                </a:moveTo>
                <a:lnTo>
                  <a:pt x="345317" y="26301"/>
                </a:lnTo>
                <a:lnTo>
                  <a:pt x="363344" y="44876"/>
                </a:lnTo>
                <a:lnTo>
                  <a:pt x="372630" y="35850"/>
                </a:lnTo>
                <a:lnTo>
                  <a:pt x="415581" y="35850"/>
                </a:lnTo>
                <a:lnTo>
                  <a:pt x="428125" y="0"/>
                </a:lnTo>
                <a:close/>
              </a:path>
            </a:pathLst>
          </a:custGeom>
          <a:solidFill>
            <a:srgbClr val="C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25"/>
          <p:cNvSpPr txBox="1"/>
          <p:nvPr/>
        </p:nvSpPr>
        <p:spPr>
          <a:xfrm>
            <a:off x="356715" y="1387685"/>
            <a:ext cx="647700" cy="276999"/>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1800">
                <a:solidFill>
                  <a:srgbClr val="C00000"/>
                </a:solidFill>
                <a:latin typeface="Arial"/>
                <a:ea typeface="Arial"/>
                <a:cs typeface="Arial"/>
                <a:sym typeface="Arial"/>
              </a:rPr>
              <a:t>Inputs</a:t>
            </a:r>
            <a:endParaRPr sz="1800">
              <a:solidFill>
                <a:schemeClr val="dk1"/>
              </a:solidFill>
              <a:latin typeface="Arial"/>
              <a:ea typeface="Arial"/>
              <a:cs typeface="Arial"/>
              <a:sym typeface="Arial"/>
            </a:endParaRPr>
          </a:p>
        </p:txBody>
      </p:sp>
      <p:sp>
        <p:nvSpPr>
          <p:cNvPr id="258" name="Google Shape;258;p25"/>
          <p:cNvSpPr/>
          <p:nvPr/>
        </p:nvSpPr>
        <p:spPr>
          <a:xfrm>
            <a:off x="934369" y="1617482"/>
            <a:ext cx="334645" cy="579120"/>
          </a:xfrm>
          <a:custGeom>
            <a:rect b="b" l="l" r="r" t="t"/>
            <a:pathLst>
              <a:path extrusionOk="0" h="579119" w="334644">
                <a:moveTo>
                  <a:pt x="285117" y="517586"/>
                </a:moveTo>
                <a:lnTo>
                  <a:pt x="262533" y="530351"/>
                </a:lnTo>
                <a:lnTo>
                  <a:pt x="334588" y="578845"/>
                </a:lnTo>
                <a:lnTo>
                  <a:pt x="332062" y="528827"/>
                </a:lnTo>
                <a:lnTo>
                  <a:pt x="291464" y="528827"/>
                </a:lnTo>
                <a:lnTo>
                  <a:pt x="285117" y="517586"/>
                </a:lnTo>
                <a:close/>
              </a:path>
              <a:path extrusionOk="0" h="579119" w="334644">
                <a:moveTo>
                  <a:pt x="307650" y="504849"/>
                </a:moveTo>
                <a:lnTo>
                  <a:pt x="285117" y="517586"/>
                </a:lnTo>
                <a:lnTo>
                  <a:pt x="291464" y="528827"/>
                </a:lnTo>
                <a:lnTo>
                  <a:pt x="314014" y="516117"/>
                </a:lnTo>
                <a:lnTo>
                  <a:pt x="307650" y="504849"/>
                </a:lnTo>
                <a:close/>
              </a:path>
              <a:path extrusionOk="0" h="579119" w="334644">
                <a:moveTo>
                  <a:pt x="330208" y="492099"/>
                </a:moveTo>
                <a:lnTo>
                  <a:pt x="307650" y="504849"/>
                </a:lnTo>
                <a:lnTo>
                  <a:pt x="314014" y="516117"/>
                </a:lnTo>
                <a:lnTo>
                  <a:pt x="291464" y="528827"/>
                </a:lnTo>
                <a:lnTo>
                  <a:pt x="332062" y="528827"/>
                </a:lnTo>
                <a:lnTo>
                  <a:pt x="330208" y="492099"/>
                </a:lnTo>
                <a:close/>
              </a:path>
              <a:path extrusionOk="0" h="579119" w="334644">
                <a:moveTo>
                  <a:pt x="22549" y="0"/>
                </a:moveTo>
                <a:lnTo>
                  <a:pt x="0" y="12679"/>
                </a:lnTo>
                <a:lnTo>
                  <a:pt x="285117" y="517586"/>
                </a:lnTo>
                <a:lnTo>
                  <a:pt x="307650" y="504849"/>
                </a:lnTo>
                <a:lnTo>
                  <a:pt x="22549" y="0"/>
                </a:lnTo>
                <a:close/>
              </a:path>
            </a:pathLst>
          </a:custGeom>
          <a:solidFill>
            <a:srgbClr val="C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25"/>
          <p:cNvSpPr/>
          <p:nvPr/>
        </p:nvSpPr>
        <p:spPr>
          <a:xfrm>
            <a:off x="271556" y="6303155"/>
            <a:ext cx="7729444" cy="14890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 name="Google Shape;260;p25"/>
          <p:cNvSpPr/>
          <p:nvPr/>
        </p:nvSpPr>
        <p:spPr>
          <a:xfrm>
            <a:off x="7858604" y="5943600"/>
            <a:ext cx="1219200" cy="914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4" name="Shape 264"/>
        <p:cNvGrpSpPr/>
        <p:nvPr/>
      </p:nvGrpSpPr>
      <p:grpSpPr>
        <a:xfrm>
          <a:off x="0" y="0"/>
          <a:ext cx="0" cy="0"/>
          <a:chOff x="0" y="0"/>
          <a:chExt cx="0" cy="0"/>
        </a:xfrm>
      </p:grpSpPr>
      <p:sp>
        <p:nvSpPr>
          <p:cNvPr id="265" name="Google Shape;265;p26"/>
          <p:cNvSpPr txBox="1"/>
          <p:nvPr/>
        </p:nvSpPr>
        <p:spPr>
          <a:xfrm>
            <a:off x="535942" y="3960763"/>
            <a:ext cx="7865109" cy="2346796"/>
          </a:xfrm>
          <a:prstGeom prst="rect">
            <a:avLst/>
          </a:prstGeom>
          <a:noFill/>
          <a:ln>
            <a:noFill/>
          </a:ln>
        </p:spPr>
        <p:txBody>
          <a:bodyPr anchorCtr="0" anchor="t" bIns="0" lIns="0" spcFirstLastPara="1" rIns="0" wrap="square" tIns="0">
            <a:spAutoFit/>
          </a:bodyPr>
          <a:lstStyle/>
          <a:p>
            <a:pPr indent="-342900" lvl="0" marL="355600" marR="0" rtl="0" algn="l">
              <a:spcBef>
                <a:spcPts val="0"/>
              </a:spcBef>
              <a:spcAft>
                <a:spcPts val="0"/>
              </a:spcAft>
              <a:buClr>
                <a:srgbClr val="C00000"/>
              </a:buClr>
              <a:buSzPts val="2000"/>
              <a:buFont typeface="Noto Sans Symbols"/>
              <a:buChar char="▪"/>
            </a:pPr>
            <a:r>
              <a:rPr lang="en-US" sz="2000">
                <a:solidFill>
                  <a:srgbClr val="C00000"/>
                </a:solidFill>
                <a:latin typeface="Arial"/>
                <a:ea typeface="Arial"/>
                <a:cs typeface="Arial"/>
                <a:sym typeface="Arial"/>
              </a:rPr>
              <a:t>"don’t care" / "_" entry: </a:t>
            </a:r>
            <a:r>
              <a:rPr lang="en-US" sz="2000">
                <a:solidFill>
                  <a:schemeClr val="dk1"/>
                </a:solidFill>
                <a:latin typeface="Arial"/>
                <a:ea typeface="Arial"/>
                <a:cs typeface="Arial"/>
                <a:sym typeface="Arial"/>
              </a:rPr>
              <a:t>the condition is irrelevant, or does not apply</a:t>
            </a:r>
            <a:endParaRPr/>
          </a:p>
          <a:p>
            <a:pPr indent="-342900" lvl="0" marL="355600" marR="0" rtl="0" algn="l">
              <a:spcBef>
                <a:spcPts val="480"/>
              </a:spcBef>
              <a:spcAft>
                <a:spcPts val="0"/>
              </a:spcAft>
              <a:buClr>
                <a:srgbClr val="C00000"/>
              </a:buClr>
              <a:buSzPts val="2000"/>
              <a:buFont typeface="Noto Sans Symbols"/>
              <a:buChar char="▪"/>
            </a:pPr>
            <a:r>
              <a:rPr lang="en-US" sz="2000">
                <a:solidFill>
                  <a:srgbClr val="C00000"/>
                </a:solidFill>
                <a:latin typeface="Arial"/>
                <a:ea typeface="Arial"/>
                <a:cs typeface="Arial"/>
                <a:sym typeface="Arial"/>
              </a:rPr>
              <a:t>Limited entry decision tables: </a:t>
            </a:r>
            <a:r>
              <a:rPr lang="en-US" sz="2000">
                <a:solidFill>
                  <a:schemeClr val="dk1"/>
                </a:solidFill>
                <a:latin typeface="Arial"/>
                <a:ea typeface="Arial"/>
                <a:cs typeface="Arial"/>
                <a:sym typeface="Arial"/>
              </a:rPr>
              <a:t>all the conditions are binary</a:t>
            </a:r>
            <a:endParaRPr/>
          </a:p>
          <a:p>
            <a:pPr indent="-342900" lvl="0" marL="355600" marR="0" rtl="0" algn="l">
              <a:spcBef>
                <a:spcPts val="480"/>
              </a:spcBef>
              <a:spcAft>
                <a:spcPts val="0"/>
              </a:spcAft>
              <a:buClr>
                <a:srgbClr val="C00000"/>
              </a:buClr>
              <a:buSzPts val="2000"/>
              <a:buFont typeface="Noto Sans Symbols"/>
              <a:buChar char="▪"/>
            </a:pPr>
            <a:r>
              <a:rPr lang="en-US" sz="2000">
                <a:solidFill>
                  <a:srgbClr val="C00000"/>
                </a:solidFill>
                <a:latin typeface="Arial"/>
                <a:ea typeface="Arial"/>
                <a:cs typeface="Arial"/>
                <a:sym typeface="Arial"/>
              </a:rPr>
              <a:t>Extended entry decision tables: </a:t>
            </a:r>
            <a:r>
              <a:rPr lang="en-US" sz="2000">
                <a:solidFill>
                  <a:schemeClr val="dk1"/>
                </a:solidFill>
                <a:latin typeface="Arial"/>
                <a:ea typeface="Arial"/>
                <a:cs typeface="Arial"/>
                <a:sym typeface="Arial"/>
              </a:rPr>
              <a:t>conditions are allowed to have</a:t>
            </a:r>
            <a:endParaRPr/>
          </a:p>
          <a:p>
            <a:pPr indent="0" lvl="0" marL="355600" marR="0" rtl="0" algn="l">
              <a:spcBef>
                <a:spcPts val="0"/>
              </a:spcBef>
              <a:spcAft>
                <a:spcPts val="0"/>
              </a:spcAft>
              <a:buNone/>
            </a:pPr>
            <a:r>
              <a:rPr lang="en-US" sz="2000">
                <a:solidFill>
                  <a:schemeClr val="dk1"/>
                </a:solidFill>
                <a:latin typeface="Arial"/>
                <a:ea typeface="Arial"/>
                <a:cs typeface="Arial"/>
                <a:sym typeface="Arial"/>
              </a:rPr>
              <a:t>several values</a:t>
            </a:r>
            <a:endParaRPr/>
          </a:p>
          <a:p>
            <a:pPr indent="-342900" lvl="0" marL="355600" marR="50165" rtl="0" algn="l">
              <a:spcBef>
                <a:spcPts val="480"/>
              </a:spcBef>
              <a:spcAft>
                <a:spcPts val="0"/>
              </a:spcAft>
              <a:buClr>
                <a:srgbClr val="C00000"/>
              </a:buClr>
              <a:buSzPts val="2000"/>
              <a:buFont typeface="Noto Sans Symbols"/>
              <a:buChar char="▪"/>
            </a:pPr>
            <a:r>
              <a:rPr lang="en-US" sz="2000">
                <a:solidFill>
                  <a:srgbClr val="C00000"/>
                </a:solidFill>
                <a:latin typeface="Arial"/>
                <a:ea typeface="Arial"/>
                <a:cs typeface="Arial"/>
                <a:sym typeface="Arial"/>
              </a:rPr>
              <a:t>Decision tables are deliberately declarative; </a:t>
            </a:r>
            <a:r>
              <a:rPr lang="en-US" sz="2000">
                <a:solidFill>
                  <a:schemeClr val="dk1"/>
                </a:solidFill>
                <a:latin typeface="Arial"/>
                <a:ea typeface="Arial"/>
                <a:cs typeface="Arial"/>
                <a:sym typeface="Arial"/>
              </a:rPr>
              <a:t>no particular order is implied by the conditions, and selected actions do not occur in any particular order</a:t>
            </a:r>
            <a:endParaRPr/>
          </a:p>
        </p:txBody>
      </p:sp>
      <p:sp>
        <p:nvSpPr>
          <p:cNvPr id="266" name="Google Shape;266;p26"/>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sz="4400"/>
              <a:t>Decision Table - Don’t Care Entry</a:t>
            </a:r>
            <a:endParaRPr/>
          </a:p>
        </p:txBody>
      </p:sp>
      <p:graphicFrame>
        <p:nvGraphicFramePr>
          <p:cNvPr id="267" name="Google Shape;267;p26"/>
          <p:cNvGraphicFramePr/>
          <p:nvPr/>
        </p:nvGraphicFramePr>
        <p:xfrm>
          <a:off x="863916" y="1075690"/>
          <a:ext cx="3000000" cy="3000000"/>
        </p:xfrm>
        <a:graphic>
          <a:graphicData uri="http://schemas.openxmlformats.org/drawingml/2006/table">
            <a:tbl>
              <a:tblPr bandRow="1" firstRow="1">
                <a:noFill/>
                <a:tableStyleId>{088D9E38-63AB-4F39-8222-83D01DE5195E}</a:tableStyleId>
              </a:tblPr>
              <a:tblGrid>
                <a:gridCol w="1723575"/>
                <a:gridCol w="1447800"/>
                <a:gridCol w="1447800"/>
                <a:gridCol w="1295400"/>
                <a:gridCol w="1292350"/>
              </a:tblGrid>
              <a:tr h="378825">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74015" marR="0" rtl="0" algn="l">
                        <a:lnSpc>
                          <a:spcPct val="100000"/>
                        </a:lnSpc>
                        <a:spcBef>
                          <a:spcPts val="0"/>
                        </a:spcBef>
                        <a:spcAft>
                          <a:spcPts val="0"/>
                        </a:spcAft>
                        <a:buNone/>
                      </a:pPr>
                      <a:r>
                        <a:rPr b="1" lang="en-US" sz="1800">
                          <a:latin typeface="Arial"/>
                          <a:ea typeface="Arial"/>
                          <a:cs typeface="Arial"/>
                          <a:sym typeface="Arial"/>
                        </a:rPr>
                        <a:t>Rule 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374015" marR="0" rtl="0" algn="l">
                        <a:lnSpc>
                          <a:spcPct val="100000"/>
                        </a:lnSpc>
                        <a:spcBef>
                          <a:spcPts val="0"/>
                        </a:spcBef>
                        <a:spcAft>
                          <a:spcPts val="0"/>
                        </a:spcAft>
                        <a:buNone/>
                      </a:pPr>
                      <a:r>
                        <a:rPr b="1" lang="en-US" sz="1800">
                          <a:latin typeface="Arial"/>
                          <a:ea typeface="Arial"/>
                          <a:cs typeface="Arial"/>
                          <a:sym typeface="Arial"/>
                        </a:rPr>
                        <a:t>Rule 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298450" marR="0" rtl="0" algn="l">
                        <a:lnSpc>
                          <a:spcPct val="100000"/>
                        </a:lnSpc>
                        <a:spcBef>
                          <a:spcPts val="0"/>
                        </a:spcBef>
                        <a:spcAft>
                          <a:spcPts val="0"/>
                        </a:spcAft>
                        <a:buNone/>
                      </a:pPr>
                      <a:r>
                        <a:rPr b="1" lang="en-US" sz="1800">
                          <a:latin typeface="Arial"/>
                          <a:ea typeface="Arial"/>
                          <a:cs typeface="Arial"/>
                          <a:sym typeface="Arial"/>
                        </a:rPr>
                        <a:t>Rule 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296545" marR="0" rtl="0" algn="l">
                        <a:lnSpc>
                          <a:spcPct val="100000"/>
                        </a:lnSpc>
                        <a:spcBef>
                          <a:spcPts val="0"/>
                        </a:spcBef>
                        <a:spcAft>
                          <a:spcPts val="0"/>
                        </a:spcAft>
                        <a:buNone/>
                      </a:pPr>
                      <a:r>
                        <a:rPr b="1" lang="en-US" sz="1800">
                          <a:latin typeface="Arial"/>
                          <a:ea typeface="Arial"/>
                          <a:cs typeface="Arial"/>
                          <a:sym typeface="Arial"/>
                        </a:rPr>
                        <a:t>Rule 4</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r>
              <a:tr h="378825">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Condition-1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8825">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Condition-2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8725">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Condition-3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8875">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Action-1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8825">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Action-2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8825">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Action-3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1" name="Shape 271"/>
        <p:cNvGrpSpPr/>
        <p:nvPr/>
      </p:nvGrpSpPr>
      <p:grpSpPr>
        <a:xfrm>
          <a:off x="0" y="0"/>
          <a:ext cx="0" cy="0"/>
          <a:chOff x="0" y="0"/>
          <a:chExt cx="0" cy="0"/>
        </a:xfrm>
      </p:grpSpPr>
      <p:sp>
        <p:nvSpPr>
          <p:cNvPr id="272" name="Google Shape;272;p27"/>
          <p:cNvSpPr txBox="1"/>
          <p:nvPr/>
        </p:nvSpPr>
        <p:spPr>
          <a:xfrm>
            <a:off x="1347600" y="1101807"/>
            <a:ext cx="6312535" cy="369332"/>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400">
                <a:solidFill>
                  <a:schemeClr val="dk1"/>
                </a:solidFill>
                <a:latin typeface="Arial"/>
                <a:ea typeface="Arial"/>
                <a:cs typeface="Arial"/>
                <a:sym typeface="Arial"/>
              </a:rPr>
              <a:t>A </a:t>
            </a:r>
            <a:r>
              <a:rPr lang="en-US" sz="2400">
                <a:solidFill>
                  <a:srgbClr val="C00000"/>
                </a:solidFill>
                <a:latin typeface="Arial"/>
                <a:ea typeface="Arial"/>
                <a:cs typeface="Arial"/>
                <a:sym typeface="Arial"/>
              </a:rPr>
              <a:t>decision table </a:t>
            </a:r>
            <a:r>
              <a:rPr lang="en-US" sz="2400">
                <a:solidFill>
                  <a:schemeClr val="dk1"/>
                </a:solidFill>
                <a:latin typeface="Arial"/>
                <a:ea typeface="Arial"/>
                <a:cs typeface="Arial"/>
                <a:sym typeface="Arial"/>
              </a:rPr>
              <a:t>converted to a </a:t>
            </a:r>
            <a:r>
              <a:rPr lang="en-US" sz="2400">
                <a:solidFill>
                  <a:srgbClr val="C00000"/>
                </a:solidFill>
                <a:latin typeface="Arial"/>
                <a:ea typeface="Arial"/>
                <a:cs typeface="Arial"/>
                <a:sym typeface="Arial"/>
              </a:rPr>
              <a:t>test case </a:t>
            </a:r>
            <a:r>
              <a:rPr lang="en-US" sz="2400">
                <a:solidFill>
                  <a:schemeClr val="dk1"/>
                </a:solidFill>
                <a:latin typeface="Arial"/>
                <a:ea typeface="Arial"/>
                <a:cs typeface="Arial"/>
                <a:sym typeface="Arial"/>
              </a:rPr>
              <a:t>table:</a:t>
            </a:r>
            <a:endParaRPr sz="2400">
              <a:solidFill>
                <a:schemeClr val="dk1"/>
              </a:solidFill>
              <a:latin typeface="Arial"/>
              <a:ea typeface="Arial"/>
              <a:cs typeface="Arial"/>
              <a:sym typeface="Arial"/>
            </a:endParaRPr>
          </a:p>
        </p:txBody>
      </p:sp>
      <p:sp>
        <p:nvSpPr>
          <p:cNvPr id="273" name="Google Shape;273;p27"/>
          <p:cNvSpPr txBox="1"/>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marR="0" rtl="0" algn="l">
              <a:spcBef>
                <a:spcPts val="0"/>
              </a:spcBef>
              <a:spcAft>
                <a:spcPts val="0"/>
              </a:spcAft>
              <a:buNone/>
            </a:pPr>
            <a:r>
              <a:rPr b="1" lang="en-US" sz="4400">
                <a:solidFill>
                  <a:schemeClr val="lt1"/>
                </a:solidFill>
                <a:latin typeface="Arial"/>
                <a:ea typeface="Arial"/>
                <a:cs typeface="Arial"/>
                <a:sym typeface="Arial"/>
              </a:rPr>
              <a:t>Decision Table vs Test Case Table</a:t>
            </a:r>
            <a:endParaRPr b="1" sz="4400">
              <a:solidFill>
                <a:schemeClr val="lt1"/>
              </a:solidFill>
              <a:latin typeface="Arial"/>
              <a:ea typeface="Arial"/>
              <a:cs typeface="Arial"/>
              <a:sym typeface="Arial"/>
            </a:endParaRPr>
          </a:p>
        </p:txBody>
      </p:sp>
      <p:sp>
        <p:nvSpPr>
          <p:cNvPr id="274" name="Google Shape;274;p27"/>
          <p:cNvSpPr/>
          <p:nvPr/>
        </p:nvSpPr>
        <p:spPr>
          <a:xfrm>
            <a:off x="228600" y="1575818"/>
            <a:ext cx="5838444" cy="360121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27"/>
          <p:cNvSpPr/>
          <p:nvPr/>
        </p:nvSpPr>
        <p:spPr>
          <a:xfrm>
            <a:off x="2432306" y="3108960"/>
            <a:ext cx="6039611" cy="276148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7"/>
          <p:cNvSpPr/>
          <p:nvPr/>
        </p:nvSpPr>
        <p:spPr>
          <a:xfrm>
            <a:off x="2430912" y="2228212"/>
            <a:ext cx="1895475" cy="875665"/>
          </a:xfrm>
          <a:custGeom>
            <a:rect b="b" l="l" r="r" t="t"/>
            <a:pathLst>
              <a:path extrusionOk="0" h="875664" w="1895475">
                <a:moveTo>
                  <a:pt x="1764020" y="813572"/>
                </a:moveTo>
                <a:lnTo>
                  <a:pt x="1894962" y="875416"/>
                </a:lnTo>
                <a:lnTo>
                  <a:pt x="1884103" y="822441"/>
                </a:lnTo>
                <a:lnTo>
                  <a:pt x="1836928" y="822441"/>
                </a:lnTo>
                <a:lnTo>
                  <a:pt x="1832722" y="817382"/>
                </a:lnTo>
                <a:lnTo>
                  <a:pt x="1830085" y="814179"/>
                </a:lnTo>
                <a:lnTo>
                  <a:pt x="1764020" y="813572"/>
                </a:lnTo>
                <a:close/>
              </a:path>
              <a:path extrusionOk="0" h="875664" w="1895475">
                <a:moveTo>
                  <a:pt x="1830085" y="814179"/>
                </a:moveTo>
                <a:lnTo>
                  <a:pt x="1832722" y="817382"/>
                </a:lnTo>
                <a:lnTo>
                  <a:pt x="1836928" y="822441"/>
                </a:lnTo>
                <a:lnTo>
                  <a:pt x="1846864" y="814333"/>
                </a:lnTo>
                <a:lnTo>
                  <a:pt x="1830085" y="814179"/>
                </a:lnTo>
                <a:close/>
              </a:path>
              <a:path extrusionOk="0" h="875664" w="1895475">
                <a:moveTo>
                  <a:pt x="1865884" y="733562"/>
                </a:moveTo>
                <a:lnTo>
                  <a:pt x="1850709" y="798321"/>
                </a:lnTo>
                <a:lnTo>
                  <a:pt x="1852809" y="800861"/>
                </a:lnTo>
                <a:lnTo>
                  <a:pt x="1856984" y="806074"/>
                </a:lnTo>
                <a:lnTo>
                  <a:pt x="1846978" y="814239"/>
                </a:lnTo>
                <a:lnTo>
                  <a:pt x="1836928" y="822441"/>
                </a:lnTo>
                <a:lnTo>
                  <a:pt x="1884103" y="822441"/>
                </a:lnTo>
                <a:lnTo>
                  <a:pt x="1882442" y="814334"/>
                </a:lnTo>
                <a:lnTo>
                  <a:pt x="1846956" y="814334"/>
                </a:lnTo>
                <a:lnTo>
                  <a:pt x="1882441" y="814333"/>
                </a:lnTo>
                <a:lnTo>
                  <a:pt x="1865884" y="733562"/>
                </a:lnTo>
                <a:close/>
              </a:path>
              <a:path extrusionOk="0" h="875664" w="1895475">
                <a:moveTo>
                  <a:pt x="4309" y="0"/>
                </a:moveTo>
                <a:lnTo>
                  <a:pt x="0" y="25542"/>
                </a:lnTo>
                <a:lnTo>
                  <a:pt x="268604" y="72389"/>
                </a:lnTo>
                <a:lnTo>
                  <a:pt x="530732" y="121798"/>
                </a:lnTo>
                <a:lnTo>
                  <a:pt x="698501" y="157093"/>
                </a:lnTo>
                <a:lnTo>
                  <a:pt x="779394" y="175778"/>
                </a:lnTo>
                <a:lnTo>
                  <a:pt x="858399" y="195193"/>
                </a:lnTo>
                <a:lnTo>
                  <a:pt x="896742" y="205221"/>
                </a:lnTo>
                <a:lnTo>
                  <a:pt x="971937" y="226192"/>
                </a:lnTo>
                <a:lnTo>
                  <a:pt x="1008513" y="236981"/>
                </a:lnTo>
                <a:lnTo>
                  <a:pt x="1079379" y="259323"/>
                </a:lnTo>
                <a:lnTo>
                  <a:pt x="1146922" y="282823"/>
                </a:lnTo>
                <a:lnTo>
                  <a:pt x="1211205" y="307604"/>
                </a:lnTo>
                <a:lnTo>
                  <a:pt x="1271768" y="333634"/>
                </a:lnTo>
                <a:lnTo>
                  <a:pt x="1329802" y="363230"/>
                </a:lnTo>
                <a:lnTo>
                  <a:pt x="1387227" y="397885"/>
                </a:lnTo>
                <a:lnTo>
                  <a:pt x="1443736" y="436869"/>
                </a:lnTo>
                <a:lnTo>
                  <a:pt x="1498600" y="479176"/>
                </a:lnTo>
                <a:lnTo>
                  <a:pt x="1551697" y="523737"/>
                </a:lnTo>
                <a:lnTo>
                  <a:pt x="1602354" y="569732"/>
                </a:lnTo>
                <a:lnTo>
                  <a:pt x="1650238" y="615939"/>
                </a:lnTo>
                <a:lnTo>
                  <a:pt x="1694953" y="661537"/>
                </a:lnTo>
                <a:lnTo>
                  <a:pt x="1735948" y="705490"/>
                </a:lnTo>
                <a:lnTo>
                  <a:pt x="1772920" y="746759"/>
                </a:lnTo>
                <a:lnTo>
                  <a:pt x="1805290" y="784341"/>
                </a:lnTo>
                <a:lnTo>
                  <a:pt x="1830085" y="814179"/>
                </a:lnTo>
                <a:lnTo>
                  <a:pt x="1846864" y="814333"/>
                </a:lnTo>
                <a:lnTo>
                  <a:pt x="1850709" y="798321"/>
                </a:lnTo>
                <a:lnTo>
                  <a:pt x="1839580" y="784859"/>
                </a:lnTo>
                <a:lnTo>
                  <a:pt x="1809253" y="749045"/>
                </a:lnTo>
                <a:lnTo>
                  <a:pt x="1774201" y="709178"/>
                </a:lnTo>
                <a:lnTo>
                  <a:pt x="1734820" y="665987"/>
                </a:lnTo>
                <a:lnTo>
                  <a:pt x="1691508" y="620664"/>
                </a:lnTo>
                <a:lnTo>
                  <a:pt x="1644508" y="574029"/>
                </a:lnTo>
                <a:lnTo>
                  <a:pt x="1594612" y="527303"/>
                </a:lnTo>
                <a:lnTo>
                  <a:pt x="1541913" y="481340"/>
                </a:lnTo>
                <a:lnTo>
                  <a:pt x="1486927" y="436869"/>
                </a:lnTo>
                <a:lnTo>
                  <a:pt x="1430020" y="395356"/>
                </a:lnTo>
                <a:lnTo>
                  <a:pt x="1371590" y="357499"/>
                </a:lnTo>
                <a:lnTo>
                  <a:pt x="1312154" y="324490"/>
                </a:lnTo>
                <a:lnTo>
                  <a:pt x="1251956" y="296539"/>
                </a:lnTo>
                <a:lnTo>
                  <a:pt x="1188588" y="270906"/>
                </a:lnTo>
                <a:lnTo>
                  <a:pt x="1121929" y="246369"/>
                </a:lnTo>
                <a:lnTo>
                  <a:pt x="1051947" y="223265"/>
                </a:lnTo>
                <a:lnTo>
                  <a:pt x="941578" y="190621"/>
                </a:lnTo>
                <a:lnTo>
                  <a:pt x="864616" y="170047"/>
                </a:lnTo>
                <a:lnTo>
                  <a:pt x="785247" y="150510"/>
                </a:lnTo>
                <a:lnTo>
                  <a:pt x="703956" y="131825"/>
                </a:lnTo>
                <a:lnTo>
                  <a:pt x="535685" y="96255"/>
                </a:lnTo>
                <a:lnTo>
                  <a:pt x="361687" y="63002"/>
                </a:lnTo>
                <a:lnTo>
                  <a:pt x="4309" y="0"/>
                </a:lnTo>
                <a:close/>
              </a:path>
              <a:path extrusionOk="0" h="875664" w="1895475">
                <a:moveTo>
                  <a:pt x="1850709" y="798321"/>
                </a:moveTo>
                <a:lnTo>
                  <a:pt x="1846978" y="814239"/>
                </a:lnTo>
                <a:lnTo>
                  <a:pt x="1856984" y="806074"/>
                </a:lnTo>
                <a:lnTo>
                  <a:pt x="1852809" y="800861"/>
                </a:lnTo>
                <a:lnTo>
                  <a:pt x="1850709" y="798321"/>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27"/>
          <p:cNvSpPr/>
          <p:nvPr/>
        </p:nvSpPr>
        <p:spPr>
          <a:xfrm>
            <a:off x="3540375" y="2211448"/>
            <a:ext cx="1895475" cy="875665"/>
          </a:xfrm>
          <a:custGeom>
            <a:rect b="b" l="l" r="r" t="t"/>
            <a:pathLst>
              <a:path extrusionOk="0" h="875664" w="1895475">
                <a:moveTo>
                  <a:pt x="1764029" y="813572"/>
                </a:moveTo>
                <a:lnTo>
                  <a:pt x="1894972" y="875416"/>
                </a:lnTo>
                <a:lnTo>
                  <a:pt x="1884113" y="822441"/>
                </a:lnTo>
                <a:lnTo>
                  <a:pt x="1836938" y="822441"/>
                </a:lnTo>
                <a:lnTo>
                  <a:pt x="1832731" y="817382"/>
                </a:lnTo>
                <a:lnTo>
                  <a:pt x="1830094" y="814179"/>
                </a:lnTo>
                <a:lnTo>
                  <a:pt x="1764029" y="813572"/>
                </a:lnTo>
                <a:close/>
              </a:path>
              <a:path extrusionOk="0" h="875664" w="1895475">
                <a:moveTo>
                  <a:pt x="1830094" y="814179"/>
                </a:moveTo>
                <a:lnTo>
                  <a:pt x="1832731" y="817382"/>
                </a:lnTo>
                <a:lnTo>
                  <a:pt x="1836938" y="822441"/>
                </a:lnTo>
                <a:lnTo>
                  <a:pt x="1846873" y="814333"/>
                </a:lnTo>
                <a:lnTo>
                  <a:pt x="1830094" y="814179"/>
                </a:lnTo>
                <a:close/>
              </a:path>
              <a:path extrusionOk="0" h="875664" w="1895475">
                <a:moveTo>
                  <a:pt x="1865894" y="733562"/>
                </a:moveTo>
                <a:lnTo>
                  <a:pt x="1850718" y="798321"/>
                </a:lnTo>
                <a:lnTo>
                  <a:pt x="1852818" y="800861"/>
                </a:lnTo>
                <a:lnTo>
                  <a:pt x="1856993" y="806074"/>
                </a:lnTo>
                <a:lnTo>
                  <a:pt x="1846988" y="814239"/>
                </a:lnTo>
                <a:lnTo>
                  <a:pt x="1836938" y="822441"/>
                </a:lnTo>
                <a:lnTo>
                  <a:pt x="1884113" y="822441"/>
                </a:lnTo>
                <a:lnTo>
                  <a:pt x="1882451" y="814334"/>
                </a:lnTo>
                <a:lnTo>
                  <a:pt x="1846966" y="814334"/>
                </a:lnTo>
                <a:lnTo>
                  <a:pt x="1882450" y="814333"/>
                </a:lnTo>
                <a:lnTo>
                  <a:pt x="1865894" y="733562"/>
                </a:lnTo>
                <a:close/>
              </a:path>
              <a:path extrusionOk="0" h="875664" w="1895475">
                <a:moveTo>
                  <a:pt x="4328" y="0"/>
                </a:moveTo>
                <a:lnTo>
                  <a:pt x="0" y="25542"/>
                </a:lnTo>
                <a:lnTo>
                  <a:pt x="268620" y="72389"/>
                </a:lnTo>
                <a:lnTo>
                  <a:pt x="530748" y="121798"/>
                </a:lnTo>
                <a:lnTo>
                  <a:pt x="698510" y="157093"/>
                </a:lnTo>
                <a:lnTo>
                  <a:pt x="779404" y="175778"/>
                </a:lnTo>
                <a:lnTo>
                  <a:pt x="858408" y="195193"/>
                </a:lnTo>
                <a:lnTo>
                  <a:pt x="896752" y="205221"/>
                </a:lnTo>
                <a:lnTo>
                  <a:pt x="971946" y="226192"/>
                </a:lnTo>
                <a:lnTo>
                  <a:pt x="1008522" y="236981"/>
                </a:lnTo>
                <a:lnTo>
                  <a:pt x="1079388" y="259323"/>
                </a:lnTo>
                <a:lnTo>
                  <a:pt x="1146931" y="282823"/>
                </a:lnTo>
                <a:lnTo>
                  <a:pt x="1211214" y="307604"/>
                </a:lnTo>
                <a:lnTo>
                  <a:pt x="1271777" y="333634"/>
                </a:lnTo>
                <a:lnTo>
                  <a:pt x="1329811" y="363230"/>
                </a:lnTo>
                <a:lnTo>
                  <a:pt x="1387236" y="397885"/>
                </a:lnTo>
                <a:lnTo>
                  <a:pt x="1443746" y="436869"/>
                </a:lnTo>
                <a:lnTo>
                  <a:pt x="1498610" y="479176"/>
                </a:lnTo>
                <a:lnTo>
                  <a:pt x="1551706" y="523737"/>
                </a:lnTo>
                <a:lnTo>
                  <a:pt x="1602364" y="569732"/>
                </a:lnTo>
                <a:lnTo>
                  <a:pt x="1650248" y="615939"/>
                </a:lnTo>
                <a:lnTo>
                  <a:pt x="1694962" y="661537"/>
                </a:lnTo>
                <a:lnTo>
                  <a:pt x="1735957" y="705490"/>
                </a:lnTo>
                <a:lnTo>
                  <a:pt x="1772930" y="746759"/>
                </a:lnTo>
                <a:lnTo>
                  <a:pt x="1805299" y="784341"/>
                </a:lnTo>
                <a:lnTo>
                  <a:pt x="1830094" y="814179"/>
                </a:lnTo>
                <a:lnTo>
                  <a:pt x="1846873" y="814333"/>
                </a:lnTo>
                <a:lnTo>
                  <a:pt x="1850718" y="798321"/>
                </a:lnTo>
                <a:lnTo>
                  <a:pt x="1839589" y="784859"/>
                </a:lnTo>
                <a:lnTo>
                  <a:pt x="1809262" y="749045"/>
                </a:lnTo>
                <a:lnTo>
                  <a:pt x="1774210" y="709178"/>
                </a:lnTo>
                <a:lnTo>
                  <a:pt x="1734830" y="665987"/>
                </a:lnTo>
                <a:lnTo>
                  <a:pt x="1691518" y="620664"/>
                </a:lnTo>
                <a:lnTo>
                  <a:pt x="1644517" y="574029"/>
                </a:lnTo>
                <a:lnTo>
                  <a:pt x="1594622" y="527303"/>
                </a:lnTo>
                <a:lnTo>
                  <a:pt x="1541922" y="481340"/>
                </a:lnTo>
                <a:lnTo>
                  <a:pt x="1486936" y="436869"/>
                </a:lnTo>
                <a:lnTo>
                  <a:pt x="1430030" y="395356"/>
                </a:lnTo>
                <a:lnTo>
                  <a:pt x="1371599" y="357499"/>
                </a:lnTo>
                <a:lnTo>
                  <a:pt x="1312163" y="324490"/>
                </a:lnTo>
                <a:lnTo>
                  <a:pt x="1251965" y="296539"/>
                </a:lnTo>
                <a:lnTo>
                  <a:pt x="1188598" y="270906"/>
                </a:lnTo>
                <a:lnTo>
                  <a:pt x="1121938" y="246369"/>
                </a:lnTo>
                <a:lnTo>
                  <a:pt x="1051956" y="223265"/>
                </a:lnTo>
                <a:lnTo>
                  <a:pt x="941588" y="190621"/>
                </a:lnTo>
                <a:lnTo>
                  <a:pt x="864626" y="170047"/>
                </a:lnTo>
                <a:lnTo>
                  <a:pt x="785256" y="150510"/>
                </a:lnTo>
                <a:lnTo>
                  <a:pt x="703966" y="131825"/>
                </a:lnTo>
                <a:lnTo>
                  <a:pt x="535685" y="96255"/>
                </a:lnTo>
                <a:lnTo>
                  <a:pt x="361706" y="63002"/>
                </a:lnTo>
                <a:lnTo>
                  <a:pt x="4328" y="0"/>
                </a:lnTo>
                <a:close/>
              </a:path>
              <a:path extrusionOk="0" h="875664" w="1895475">
                <a:moveTo>
                  <a:pt x="1850718" y="798321"/>
                </a:moveTo>
                <a:lnTo>
                  <a:pt x="1846988" y="814239"/>
                </a:lnTo>
                <a:lnTo>
                  <a:pt x="1856993" y="806074"/>
                </a:lnTo>
                <a:lnTo>
                  <a:pt x="1852818" y="800861"/>
                </a:lnTo>
                <a:lnTo>
                  <a:pt x="1850718" y="798321"/>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27"/>
          <p:cNvSpPr/>
          <p:nvPr/>
        </p:nvSpPr>
        <p:spPr>
          <a:xfrm>
            <a:off x="4613271" y="2234308"/>
            <a:ext cx="1895475" cy="875665"/>
          </a:xfrm>
          <a:custGeom>
            <a:rect b="b" l="l" r="r" t="t"/>
            <a:pathLst>
              <a:path extrusionOk="0" h="875664" w="1895475">
                <a:moveTo>
                  <a:pt x="1764029" y="813572"/>
                </a:moveTo>
                <a:lnTo>
                  <a:pt x="1894972" y="875416"/>
                </a:lnTo>
                <a:lnTo>
                  <a:pt x="1884113" y="822441"/>
                </a:lnTo>
                <a:lnTo>
                  <a:pt x="1836938" y="822441"/>
                </a:lnTo>
                <a:lnTo>
                  <a:pt x="1832731" y="817382"/>
                </a:lnTo>
                <a:lnTo>
                  <a:pt x="1830094" y="814179"/>
                </a:lnTo>
                <a:lnTo>
                  <a:pt x="1764029" y="813572"/>
                </a:lnTo>
                <a:close/>
              </a:path>
              <a:path extrusionOk="0" h="875664" w="1895475">
                <a:moveTo>
                  <a:pt x="1830094" y="814179"/>
                </a:moveTo>
                <a:lnTo>
                  <a:pt x="1832731" y="817382"/>
                </a:lnTo>
                <a:lnTo>
                  <a:pt x="1836938" y="822441"/>
                </a:lnTo>
                <a:lnTo>
                  <a:pt x="1846873" y="814333"/>
                </a:lnTo>
                <a:lnTo>
                  <a:pt x="1830094" y="814179"/>
                </a:lnTo>
                <a:close/>
              </a:path>
              <a:path extrusionOk="0" h="875664" w="1895475">
                <a:moveTo>
                  <a:pt x="1865894" y="733562"/>
                </a:moveTo>
                <a:lnTo>
                  <a:pt x="1850718" y="798321"/>
                </a:lnTo>
                <a:lnTo>
                  <a:pt x="1852818" y="800861"/>
                </a:lnTo>
                <a:lnTo>
                  <a:pt x="1856993" y="806074"/>
                </a:lnTo>
                <a:lnTo>
                  <a:pt x="1846988" y="814239"/>
                </a:lnTo>
                <a:lnTo>
                  <a:pt x="1836938" y="822441"/>
                </a:lnTo>
                <a:lnTo>
                  <a:pt x="1884113" y="822441"/>
                </a:lnTo>
                <a:lnTo>
                  <a:pt x="1882451" y="814334"/>
                </a:lnTo>
                <a:lnTo>
                  <a:pt x="1846966" y="814334"/>
                </a:lnTo>
                <a:lnTo>
                  <a:pt x="1882450" y="814333"/>
                </a:lnTo>
                <a:lnTo>
                  <a:pt x="1865894" y="733562"/>
                </a:lnTo>
                <a:close/>
              </a:path>
              <a:path extrusionOk="0" h="875664" w="1895475">
                <a:moveTo>
                  <a:pt x="4328" y="0"/>
                </a:moveTo>
                <a:lnTo>
                  <a:pt x="0" y="25542"/>
                </a:lnTo>
                <a:lnTo>
                  <a:pt x="268620" y="72389"/>
                </a:lnTo>
                <a:lnTo>
                  <a:pt x="530748" y="121798"/>
                </a:lnTo>
                <a:lnTo>
                  <a:pt x="698510" y="157093"/>
                </a:lnTo>
                <a:lnTo>
                  <a:pt x="779404" y="175778"/>
                </a:lnTo>
                <a:lnTo>
                  <a:pt x="858408" y="195193"/>
                </a:lnTo>
                <a:lnTo>
                  <a:pt x="896752" y="205221"/>
                </a:lnTo>
                <a:lnTo>
                  <a:pt x="971946" y="226192"/>
                </a:lnTo>
                <a:lnTo>
                  <a:pt x="1008522" y="236981"/>
                </a:lnTo>
                <a:lnTo>
                  <a:pt x="1079388" y="259323"/>
                </a:lnTo>
                <a:lnTo>
                  <a:pt x="1146931" y="282823"/>
                </a:lnTo>
                <a:lnTo>
                  <a:pt x="1211214" y="307604"/>
                </a:lnTo>
                <a:lnTo>
                  <a:pt x="1271777" y="333634"/>
                </a:lnTo>
                <a:lnTo>
                  <a:pt x="1329811" y="363230"/>
                </a:lnTo>
                <a:lnTo>
                  <a:pt x="1387236" y="397885"/>
                </a:lnTo>
                <a:lnTo>
                  <a:pt x="1443746" y="436869"/>
                </a:lnTo>
                <a:lnTo>
                  <a:pt x="1498610" y="479176"/>
                </a:lnTo>
                <a:lnTo>
                  <a:pt x="1551706" y="523737"/>
                </a:lnTo>
                <a:lnTo>
                  <a:pt x="1602364" y="569732"/>
                </a:lnTo>
                <a:lnTo>
                  <a:pt x="1650248" y="615939"/>
                </a:lnTo>
                <a:lnTo>
                  <a:pt x="1694962" y="661537"/>
                </a:lnTo>
                <a:lnTo>
                  <a:pt x="1735957" y="705490"/>
                </a:lnTo>
                <a:lnTo>
                  <a:pt x="1772930" y="746759"/>
                </a:lnTo>
                <a:lnTo>
                  <a:pt x="1805299" y="784341"/>
                </a:lnTo>
                <a:lnTo>
                  <a:pt x="1830094" y="814179"/>
                </a:lnTo>
                <a:lnTo>
                  <a:pt x="1846873" y="814333"/>
                </a:lnTo>
                <a:lnTo>
                  <a:pt x="1850718" y="798321"/>
                </a:lnTo>
                <a:lnTo>
                  <a:pt x="1839589" y="784859"/>
                </a:lnTo>
                <a:lnTo>
                  <a:pt x="1809262" y="749045"/>
                </a:lnTo>
                <a:lnTo>
                  <a:pt x="1774210" y="709178"/>
                </a:lnTo>
                <a:lnTo>
                  <a:pt x="1734830" y="665987"/>
                </a:lnTo>
                <a:lnTo>
                  <a:pt x="1691518" y="620664"/>
                </a:lnTo>
                <a:lnTo>
                  <a:pt x="1644517" y="574029"/>
                </a:lnTo>
                <a:lnTo>
                  <a:pt x="1594622" y="527303"/>
                </a:lnTo>
                <a:lnTo>
                  <a:pt x="1541922" y="481340"/>
                </a:lnTo>
                <a:lnTo>
                  <a:pt x="1486936" y="436869"/>
                </a:lnTo>
                <a:lnTo>
                  <a:pt x="1430030" y="395356"/>
                </a:lnTo>
                <a:lnTo>
                  <a:pt x="1371599" y="357499"/>
                </a:lnTo>
                <a:lnTo>
                  <a:pt x="1312163" y="324490"/>
                </a:lnTo>
                <a:lnTo>
                  <a:pt x="1251965" y="296539"/>
                </a:lnTo>
                <a:lnTo>
                  <a:pt x="1188598" y="270906"/>
                </a:lnTo>
                <a:lnTo>
                  <a:pt x="1121938" y="246369"/>
                </a:lnTo>
                <a:lnTo>
                  <a:pt x="1051956" y="223265"/>
                </a:lnTo>
                <a:lnTo>
                  <a:pt x="941588" y="190621"/>
                </a:lnTo>
                <a:lnTo>
                  <a:pt x="864626" y="170047"/>
                </a:lnTo>
                <a:lnTo>
                  <a:pt x="785256" y="150510"/>
                </a:lnTo>
                <a:lnTo>
                  <a:pt x="703966" y="131825"/>
                </a:lnTo>
                <a:lnTo>
                  <a:pt x="535685" y="96255"/>
                </a:lnTo>
                <a:lnTo>
                  <a:pt x="361706" y="63002"/>
                </a:lnTo>
                <a:lnTo>
                  <a:pt x="4328" y="0"/>
                </a:lnTo>
                <a:close/>
              </a:path>
              <a:path extrusionOk="0" h="875664" w="1895475">
                <a:moveTo>
                  <a:pt x="1850718" y="798321"/>
                </a:moveTo>
                <a:lnTo>
                  <a:pt x="1846988" y="814239"/>
                </a:lnTo>
                <a:lnTo>
                  <a:pt x="1856993" y="806074"/>
                </a:lnTo>
                <a:lnTo>
                  <a:pt x="1852818" y="800861"/>
                </a:lnTo>
                <a:lnTo>
                  <a:pt x="1850718" y="798321"/>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27"/>
          <p:cNvSpPr/>
          <p:nvPr/>
        </p:nvSpPr>
        <p:spPr>
          <a:xfrm>
            <a:off x="5773035" y="2197732"/>
            <a:ext cx="1895475" cy="875665"/>
          </a:xfrm>
          <a:custGeom>
            <a:rect b="b" l="l" r="r" t="t"/>
            <a:pathLst>
              <a:path extrusionOk="0" h="875664" w="1895475">
                <a:moveTo>
                  <a:pt x="1764029" y="813572"/>
                </a:moveTo>
                <a:lnTo>
                  <a:pt x="1894972" y="875416"/>
                </a:lnTo>
                <a:lnTo>
                  <a:pt x="1884113" y="822441"/>
                </a:lnTo>
                <a:lnTo>
                  <a:pt x="1836938" y="822441"/>
                </a:lnTo>
                <a:lnTo>
                  <a:pt x="1832731" y="817382"/>
                </a:lnTo>
                <a:lnTo>
                  <a:pt x="1830094" y="814179"/>
                </a:lnTo>
                <a:lnTo>
                  <a:pt x="1764029" y="813572"/>
                </a:lnTo>
                <a:close/>
              </a:path>
              <a:path extrusionOk="0" h="875664" w="1895475">
                <a:moveTo>
                  <a:pt x="1830094" y="814179"/>
                </a:moveTo>
                <a:lnTo>
                  <a:pt x="1832731" y="817382"/>
                </a:lnTo>
                <a:lnTo>
                  <a:pt x="1836938" y="822441"/>
                </a:lnTo>
                <a:lnTo>
                  <a:pt x="1846873" y="814333"/>
                </a:lnTo>
                <a:lnTo>
                  <a:pt x="1830094" y="814179"/>
                </a:lnTo>
                <a:close/>
              </a:path>
              <a:path extrusionOk="0" h="875664" w="1895475">
                <a:moveTo>
                  <a:pt x="1865894" y="733562"/>
                </a:moveTo>
                <a:lnTo>
                  <a:pt x="1850718" y="798321"/>
                </a:lnTo>
                <a:lnTo>
                  <a:pt x="1852818" y="800861"/>
                </a:lnTo>
                <a:lnTo>
                  <a:pt x="1856993" y="806074"/>
                </a:lnTo>
                <a:lnTo>
                  <a:pt x="1846988" y="814239"/>
                </a:lnTo>
                <a:lnTo>
                  <a:pt x="1836938" y="822441"/>
                </a:lnTo>
                <a:lnTo>
                  <a:pt x="1884113" y="822441"/>
                </a:lnTo>
                <a:lnTo>
                  <a:pt x="1882451" y="814334"/>
                </a:lnTo>
                <a:lnTo>
                  <a:pt x="1846966" y="814334"/>
                </a:lnTo>
                <a:lnTo>
                  <a:pt x="1882450" y="814333"/>
                </a:lnTo>
                <a:lnTo>
                  <a:pt x="1865894" y="733562"/>
                </a:lnTo>
                <a:close/>
              </a:path>
              <a:path extrusionOk="0" h="875664" w="1895475">
                <a:moveTo>
                  <a:pt x="4328" y="0"/>
                </a:moveTo>
                <a:lnTo>
                  <a:pt x="0" y="25542"/>
                </a:lnTo>
                <a:lnTo>
                  <a:pt x="268620" y="72389"/>
                </a:lnTo>
                <a:lnTo>
                  <a:pt x="530748" y="121798"/>
                </a:lnTo>
                <a:lnTo>
                  <a:pt x="698510" y="157093"/>
                </a:lnTo>
                <a:lnTo>
                  <a:pt x="779404" y="175778"/>
                </a:lnTo>
                <a:lnTo>
                  <a:pt x="858408" y="195193"/>
                </a:lnTo>
                <a:lnTo>
                  <a:pt x="896752" y="205221"/>
                </a:lnTo>
                <a:lnTo>
                  <a:pt x="971946" y="226192"/>
                </a:lnTo>
                <a:lnTo>
                  <a:pt x="1008522" y="236981"/>
                </a:lnTo>
                <a:lnTo>
                  <a:pt x="1079388" y="259323"/>
                </a:lnTo>
                <a:lnTo>
                  <a:pt x="1146931" y="282823"/>
                </a:lnTo>
                <a:lnTo>
                  <a:pt x="1211214" y="307604"/>
                </a:lnTo>
                <a:lnTo>
                  <a:pt x="1271777" y="333634"/>
                </a:lnTo>
                <a:lnTo>
                  <a:pt x="1329811" y="363230"/>
                </a:lnTo>
                <a:lnTo>
                  <a:pt x="1387236" y="397885"/>
                </a:lnTo>
                <a:lnTo>
                  <a:pt x="1443746" y="436869"/>
                </a:lnTo>
                <a:lnTo>
                  <a:pt x="1498610" y="479176"/>
                </a:lnTo>
                <a:lnTo>
                  <a:pt x="1551706" y="523737"/>
                </a:lnTo>
                <a:lnTo>
                  <a:pt x="1602364" y="569732"/>
                </a:lnTo>
                <a:lnTo>
                  <a:pt x="1650248" y="615939"/>
                </a:lnTo>
                <a:lnTo>
                  <a:pt x="1694962" y="661537"/>
                </a:lnTo>
                <a:lnTo>
                  <a:pt x="1735957" y="705490"/>
                </a:lnTo>
                <a:lnTo>
                  <a:pt x="1772930" y="746759"/>
                </a:lnTo>
                <a:lnTo>
                  <a:pt x="1805299" y="784341"/>
                </a:lnTo>
                <a:lnTo>
                  <a:pt x="1830094" y="814179"/>
                </a:lnTo>
                <a:lnTo>
                  <a:pt x="1846873" y="814333"/>
                </a:lnTo>
                <a:lnTo>
                  <a:pt x="1850718" y="798321"/>
                </a:lnTo>
                <a:lnTo>
                  <a:pt x="1839589" y="784859"/>
                </a:lnTo>
                <a:lnTo>
                  <a:pt x="1809262" y="749045"/>
                </a:lnTo>
                <a:lnTo>
                  <a:pt x="1774210" y="709178"/>
                </a:lnTo>
                <a:lnTo>
                  <a:pt x="1734830" y="665987"/>
                </a:lnTo>
                <a:lnTo>
                  <a:pt x="1691518" y="620664"/>
                </a:lnTo>
                <a:lnTo>
                  <a:pt x="1644517" y="574029"/>
                </a:lnTo>
                <a:lnTo>
                  <a:pt x="1594622" y="527303"/>
                </a:lnTo>
                <a:lnTo>
                  <a:pt x="1541922" y="481340"/>
                </a:lnTo>
                <a:lnTo>
                  <a:pt x="1486936" y="436869"/>
                </a:lnTo>
                <a:lnTo>
                  <a:pt x="1430030" y="395356"/>
                </a:lnTo>
                <a:lnTo>
                  <a:pt x="1371599" y="357499"/>
                </a:lnTo>
                <a:lnTo>
                  <a:pt x="1312163" y="324490"/>
                </a:lnTo>
                <a:lnTo>
                  <a:pt x="1251965" y="296539"/>
                </a:lnTo>
                <a:lnTo>
                  <a:pt x="1188598" y="270906"/>
                </a:lnTo>
                <a:lnTo>
                  <a:pt x="1121938" y="246369"/>
                </a:lnTo>
                <a:lnTo>
                  <a:pt x="1051956" y="223265"/>
                </a:lnTo>
                <a:lnTo>
                  <a:pt x="941588" y="190621"/>
                </a:lnTo>
                <a:lnTo>
                  <a:pt x="864626" y="170047"/>
                </a:lnTo>
                <a:lnTo>
                  <a:pt x="785256" y="150510"/>
                </a:lnTo>
                <a:lnTo>
                  <a:pt x="703966" y="131825"/>
                </a:lnTo>
                <a:lnTo>
                  <a:pt x="535685" y="96255"/>
                </a:lnTo>
                <a:lnTo>
                  <a:pt x="361706" y="63002"/>
                </a:lnTo>
                <a:lnTo>
                  <a:pt x="4328" y="0"/>
                </a:lnTo>
                <a:close/>
              </a:path>
              <a:path extrusionOk="0" h="875664" w="1895475">
                <a:moveTo>
                  <a:pt x="1850718" y="798321"/>
                </a:moveTo>
                <a:lnTo>
                  <a:pt x="1846988" y="814239"/>
                </a:lnTo>
                <a:lnTo>
                  <a:pt x="1856993" y="806074"/>
                </a:lnTo>
                <a:lnTo>
                  <a:pt x="1852818" y="800861"/>
                </a:lnTo>
                <a:lnTo>
                  <a:pt x="1850718" y="798321"/>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3" name="Shape 283"/>
        <p:cNvGrpSpPr/>
        <p:nvPr/>
      </p:nvGrpSpPr>
      <p:grpSpPr>
        <a:xfrm>
          <a:off x="0" y="0"/>
          <a:ext cx="0" cy="0"/>
          <a:chOff x="0" y="0"/>
          <a:chExt cx="0" cy="0"/>
        </a:xfrm>
      </p:grpSpPr>
      <p:sp>
        <p:nvSpPr>
          <p:cNvPr id="284" name="Google Shape;284;p28"/>
          <p:cNvSpPr txBox="1"/>
          <p:nvPr/>
        </p:nvSpPr>
        <p:spPr>
          <a:xfrm>
            <a:off x="45911" y="987196"/>
            <a:ext cx="8839200" cy="1013098"/>
          </a:xfrm>
          <a:prstGeom prst="rect">
            <a:avLst/>
          </a:prstGeom>
          <a:noFill/>
          <a:ln>
            <a:noFill/>
          </a:ln>
        </p:spPr>
        <p:txBody>
          <a:bodyPr anchorCtr="0" anchor="t" bIns="0" lIns="0" spcFirstLastPara="1" rIns="0" wrap="square" tIns="0">
            <a:spAutoFit/>
          </a:bodyPr>
          <a:lstStyle/>
          <a:p>
            <a:pPr indent="-342900" lvl="0" marL="355600" marR="5080" rtl="0" algn="l">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A program with three input integers, a, b, and c</a:t>
            </a:r>
            <a:endParaRPr/>
          </a:p>
          <a:p>
            <a:pPr indent="-342900" lvl="0" marL="355600" marR="0" rtl="0" algn="l">
              <a:spcBef>
                <a:spcPts val="72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If a triangle then integers a, b, and c must</a:t>
            </a:r>
            <a:endParaRPr/>
          </a:p>
        </p:txBody>
      </p:sp>
      <p:sp>
        <p:nvSpPr>
          <p:cNvPr id="285" name="Google Shape;285;p28"/>
          <p:cNvSpPr txBox="1"/>
          <p:nvPr/>
        </p:nvSpPr>
        <p:spPr>
          <a:xfrm>
            <a:off x="7542812" y="1542662"/>
            <a:ext cx="1212215" cy="461665"/>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3000">
                <a:solidFill>
                  <a:schemeClr val="dk1"/>
                </a:solidFill>
                <a:latin typeface="Arial"/>
                <a:ea typeface="Arial"/>
                <a:cs typeface="Arial"/>
                <a:sym typeface="Arial"/>
              </a:rPr>
              <a:t>satisfy:</a:t>
            </a:r>
            <a:endParaRPr/>
          </a:p>
        </p:txBody>
      </p:sp>
      <p:sp>
        <p:nvSpPr>
          <p:cNvPr id="286" name="Google Shape;286;p28"/>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sz="4400"/>
              <a:t>Decision Table – Triangle Program</a:t>
            </a:r>
            <a:endParaRPr/>
          </a:p>
        </p:txBody>
      </p:sp>
      <p:sp>
        <p:nvSpPr>
          <p:cNvPr id="287" name="Google Shape;287;p28"/>
          <p:cNvSpPr/>
          <p:nvPr/>
        </p:nvSpPr>
        <p:spPr>
          <a:xfrm>
            <a:off x="2770988" y="3026746"/>
            <a:ext cx="3697225" cy="1619632"/>
          </a:xfrm>
          <a:custGeom>
            <a:rect b="b" l="l" r="r" t="t"/>
            <a:pathLst>
              <a:path extrusionOk="0" h="1524000" w="3581400">
                <a:moveTo>
                  <a:pt x="0" y="1523999"/>
                </a:moveTo>
                <a:lnTo>
                  <a:pt x="3581399" y="1523999"/>
                </a:lnTo>
                <a:lnTo>
                  <a:pt x="3581399" y="0"/>
                </a:lnTo>
                <a:lnTo>
                  <a:pt x="0" y="0"/>
                </a:lnTo>
                <a:lnTo>
                  <a:pt x="0" y="1523999"/>
                </a:lnTo>
                <a:close/>
              </a:path>
            </a:pathLst>
          </a:custGeom>
          <a:solidFill>
            <a:srgbClr val="F2F2F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28"/>
          <p:cNvSpPr txBox="1"/>
          <p:nvPr/>
        </p:nvSpPr>
        <p:spPr>
          <a:xfrm>
            <a:off x="3786191" y="2984385"/>
            <a:ext cx="1510030" cy="1661993"/>
          </a:xfrm>
          <a:prstGeom prst="rect">
            <a:avLst/>
          </a:prstGeom>
          <a:noFill/>
          <a:ln>
            <a:noFill/>
          </a:ln>
        </p:spPr>
        <p:txBody>
          <a:bodyPr anchorCtr="0" anchor="t" bIns="0" lIns="0" spcFirstLastPara="1" rIns="0" wrap="square" tIns="0">
            <a:spAutoFit/>
          </a:bodyPr>
          <a:lstStyle/>
          <a:p>
            <a:pPr indent="0" lvl="0" marL="12700" marR="5080" rtl="0" algn="just">
              <a:lnSpc>
                <a:spcPct val="120000"/>
              </a:lnSpc>
              <a:spcBef>
                <a:spcPts val="0"/>
              </a:spcBef>
              <a:spcAft>
                <a:spcPts val="0"/>
              </a:spcAft>
              <a:buNone/>
            </a:pPr>
            <a:r>
              <a:rPr lang="en-US" sz="3000">
                <a:solidFill>
                  <a:srgbClr val="C00000"/>
                </a:solidFill>
                <a:latin typeface="Arial"/>
                <a:ea typeface="Arial"/>
                <a:cs typeface="Arial"/>
                <a:sym typeface="Arial"/>
              </a:rPr>
              <a:t>a &lt; b + c b &lt; a + c c &lt; a + b</a:t>
            </a:r>
            <a:endParaRPr sz="3000">
              <a:solidFill>
                <a:schemeClr val="dk1"/>
              </a:solidFill>
              <a:latin typeface="Arial"/>
              <a:ea typeface="Arial"/>
              <a:cs typeface="Arial"/>
              <a:sym typeface="Arial"/>
            </a:endParaRPr>
          </a:p>
        </p:txBody>
      </p:sp>
      <p:sp>
        <p:nvSpPr>
          <p:cNvPr id="289" name="Google Shape;289;p28"/>
          <p:cNvSpPr/>
          <p:nvPr/>
        </p:nvSpPr>
        <p:spPr>
          <a:xfrm>
            <a:off x="813055" y="4429507"/>
            <a:ext cx="1763395" cy="1434465"/>
          </a:xfrm>
          <a:custGeom>
            <a:rect b="b" l="l" r="r" t="t"/>
            <a:pathLst>
              <a:path extrusionOk="0" h="1434464" w="1763395">
                <a:moveTo>
                  <a:pt x="843533" y="0"/>
                </a:moveTo>
                <a:lnTo>
                  <a:pt x="0" y="1434083"/>
                </a:lnTo>
                <a:lnTo>
                  <a:pt x="1763267" y="1434083"/>
                </a:lnTo>
                <a:lnTo>
                  <a:pt x="843533" y="0"/>
                </a:lnTo>
                <a:close/>
              </a:path>
            </a:pathLst>
          </a:custGeom>
          <a:solidFill>
            <a:srgbClr val="FF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28"/>
          <p:cNvSpPr/>
          <p:nvPr/>
        </p:nvSpPr>
        <p:spPr>
          <a:xfrm>
            <a:off x="813055" y="4429507"/>
            <a:ext cx="1763395" cy="1434465"/>
          </a:xfrm>
          <a:custGeom>
            <a:rect b="b" l="l" r="r" t="t"/>
            <a:pathLst>
              <a:path extrusionOk="0" h="1434464" w="1763395">
                <a:moveTo>
                  <a:pt x="0" y="1434083"/>
                </a:moveTo>
                <a:lnTo>
                  <a:pt x="843533" y="0"/>
                </a:lnTo>
                <a:lnTo>
                  <a:pt x="1763267" y="1434083"/>
                </a:lnTo>
                <a:lnTo>
                  <a:pt x="0" y="1434083"/>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28"/>
          <p:cNvSpPr txBox="1"/>
          <p:nvPr/>
        </p:nvSpPr>
        <p:spPr>
          <a:xfrm>
            <a:off x="1098608" y="5944540"/>
            <a:ext cx="1087755"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Isosceles</a:t>
            </a:r>
            <a:endParaRPr/>
          </a:p>
        </p:txBody>
      </p:sp>
      <p:sp>
        <p:nvSpPr>
          <p:cNvPr id="292" name="Google Shape;292;p28"/>
          <p:cNvSpPr txBox="1"/>
          <p:nvPr/>
        </p:nvSpPr>
        <p:spPr>
          <a:xfrm>
            <a:off x="3344044" y="5957841"/>
            <a:ext cx="215392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Scalene (a ≠ b ≠ c)</a:t>
            </a:r>
            <a:endParaRPr sz="2000">
              <a:solidFill>
                <a:schemeClr val="dk1"/>
              </a:solidFill>
              <a:latin typeface="Arial"/>
              <a:ea typeface="Arial"/>
              <a:cs typeface="Arial"/>
              <a:sym typeface="Arial"/>
            </a:endParaRPr>
          </a:p>
        </p:txBody>
      </p:sp>
      <p:sp>
        <p:nvSpPr>
          <p:cNvPr id="293" name="Google Shape;293;p28"/>
          <p:cNvSpPr/>
          <p:nvPr/>
        </p:nvSpPr>
        <p:spPr>
          <a:xfrm>
            <a:off x="3374899" y="4725163"/>
            <a:ext cx="2181225" cy="1205865"/>
          </a:xfrm>
          <a:custGeom>
            <a:rect b="b" l="l" r="r" t="t"/>
            <a:pathLst>
              <a:path extrusionOk="0" h="1205864" w="2181225">
                <a:moveTo>
                  <a:pt x="343661" y="0"/>
                </a:moveTo>
                <a:lnTo>
                  <a:pt x="0" y="1205483"/>
                </a:lnTo>
                <a:lnTo>
                  <a:pt x="2180843" y="1205483"/>
                </a:lnTo>
                <a:lnTo>
                  <a:pt x="343661" y="0"/>
                </a:lnTo>
                <a:close/>
              </a:path>
            </a:pathLst>
          </a:custGeom>
          <a:solidFill>
            <a:srgbClr val="FF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28"/>
          <p:cNvSpPr/>
          <p:nvPr/>
        </p:nvSpPr>
        <p:spPr>
          <a:xfrm>
            <a:off x="3374899" y="4725163"/>
            <a:ext cx="2181225" cy="1205865"/>
          </a:xfrm>
          <a:custGeom>
            <a:rect b="b" l="l" r="r" t="t"/>
            <a:pathLst>
              <a:path extrusionOk="0" h="1205864" w="2181225">
                <a:moveTo>
                  <a:pt x="0" y="1205483"/>
                </a:moveTo>
                <a:lnTo>
                  <a:pt x="343661" y="0"/>
                </a:lnTo>
                <a:lnTo>
                  <a:pt x="2180843" y="1205483"/>
                </a:lnTo>
                <a:lnTo>
                  <a:pt x="0" y="1205483"/>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28"/>
          <p:cNvSpPr txBox="1"/>
          <p:nvPr/>
        </p:nvSpPr>
        <p:spPr>
          <a:xfrm>
            <a:off x="6189095" y="5944540"/>
            <a:ext cx="2452370" cy="307777"/>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Equilateral (a = b = c)</a:t>
            </a:r>
            <a:endParaRPr sz="2000">
              <a:solidFill>
                <a:schemeClr val="dk1"/>
              </a:solidFill>
              <a:latin typeface="Arial"/>
              <a:ea typeface="Arial"/>
              <a:cs typeface="Arial"/>
              <a:sym typeface="Arial"/>
            </a:endParaRPr>
          </a:p>
        </p:txBody>
      </p:sp>
      <p:sp>
        <p:nvSpPr>
          <p:cNvPr id="296" name="Google Shape;296;p28"/>
          <p:cNvSpPr/>
          <p:nvPr/>
        </p:nvSpPr>
        <p:spPr>
          <a:xfrm>
            <a:off x="6639305" y="4725161"/>
            <a:ext cx="1789430" cy="1158240"/>
          </a:xfrm>
          <a:custGeom>
            <a:rect b="b" l="l" r="r" t="t"/>
            <a:pathLst>
              <a:path extrusionOk="0" h="1158239" w="1789429">
                <a:moveTo>
                  <a:pt x="855969" y="0"/>
                </a:moveTo>
                <a:lnTo>
                  <a:pt x="0" y="1158239"/>
                </a:lnTo>
                <a:lnTo>
                  <a:pt x="1789175" y="1158239"/>
                </a:lnTo>
                <a:lnTo>
                  <a:pt x="855969" y="0"/>
                </a:lnTo>
                <a:close/>
              </a:path>
            </a:pathLst>
          </a:custGeom>
          <a:solidFill>
            <a:srgbClr val="FF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28"/>
          <p:cNvSpPr/>
          <p:nvPr/>
        </p:nvSpPr>
        <p:spPr>
          <a:xfrm>
            <a:off x="6639305" y="4725161"/>
            <a:ext cx="1789430" cy="1158240"/>
          </a:xfrm>
          <a:custGeom>
            <a:rect b="b" l="l" r="r" t="t"/>
            <a:pathLst>
              <a:path extrusionOk="0" h="1158239" w="1789429">
                <a:moveTo>
                  <a:pt x="0" y="1158239"/>
                </a:moveTo>
                <a:lnTo>
                  <a:pt x="855969" y="0"/>
                </a:lnTo>
                <a:lnTo>
                  <a:pt x="1789175" y="1158239"/>
                </a:lnTo>
                <a:lnTo>
                  <a:pt x="0" y="1158239"/>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1" name="Shape 301"/>
        <p:cNvGrpSpPr/>
        <p:nvPr/>
      </p:nvGrpSpPr>
      <p:grpSpPr>
        <a:xfrm>
          <a:off x="0" y="0"/>
          <a:ext cx="0" cy="0"/>
          <a:chOff x="0" y="0"/>
          <a:chExt cx="0" cy="0"/>
        </a:xfrm>
      </p:grpSpPr>
      <p:sp>
        <p:nvSpPr>
          <p:cNvPr id="302" name="Google Shape;302;p29"/>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sz="4400"/>
              <a:t>Decision Table – Triangle Program</a:t>
            </a:r>
            <a:endParaRPr/>
          </a:p>
        </p:txBody>
      </p:sp>
      <p:graphicFrame>
        <p:nvGraphicFramePr>
          <p:cNvPr id="303" name="Google Shape;303;p29"/>
          <p:cNvGraphicFramePr/>
          <p:nvPr/>
        </p:nvGraphicFramePr>
        <p:xfrm>
          <a:off x="76201" y="1301762"/>
          <a:ext cx="3000000" cy="3000000"/>
        </p:xfrm>
        <a:graphic>
          <a:graphicData uri="http://schemas.openxmlformats.org/drawingml/2006/table">
            <a:tbl>
              <a:tblPr bandRow="1" firstRow="1">
                <a:noFill/>
                <a:tableStyleId>{088D9E38-63AB-4F39-8222-83D01DE5195E}</a:tableStyleId>
              </a:tblPr>
              <a:tblGrid>
                <a:gridCol w="2419800"/>
                <a:gridCol w="730225"/>
                <a:gridCol w="730125"/>
                <a:gridCol w="730200"/>
                <a:gridCol w="730250"/>
                <a:gridCol w="730250"/>
                <a:gridCol w="730200"/>
                <a:gridCol w="730125"/>
                <a:gridCol w="730200"/>
                <a:gridCol w="730250"/>
              </a:tblGrid>
              <a:tr h="410825">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1</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2</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3</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4</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5</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6</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7</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8</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9</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r>
              <a:tr h="41082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C1: a, b, c form a triangle?</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7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C2: a = b?</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2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C3: a = c?</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2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C4: b = c?</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7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A1: Not a triangle</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2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A2: Scalene</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A3: Isosceles</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A4: Equilateral</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A5: Impossible</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7" name="Shape 307"/>
        <p:cNvGrpSpPr/>
        <p:nvPr/>
      </p:nvGrpSpPr>
      <p:grpSpPr>
        <a:xfrm>
          <a:off x="0" y="0"/>
          <a:ext cx="0" cy="0"/>
          <a:chOff x="0" y="0"/>
          <a:chExt cx="0" cy="0"/>
        </a:xfrm>
      </p:grpSpPr>
      <p:sp>
        <p:nvSpPr>
          <p:cNvPr id="308" name="Google Shape;308;p30"/>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sz="4400"/>
              <a:t>Decision Table – Triangle Program</a:t>
            </a:r>
            <a:endParaRPr/>
          </a:p>
        </p:txBody>
      </p:sp>
      <p:sp>
        <p:nvSpPr>
          <p:cNvPr id="309" name="Google Shape;309;p30"/>
          <p:cNvSpPr txBox="1"/>
          <p:nvPr/>
        </p:nvSpPr>
        <p:spPr>
          <a:xfrm>
            <a:off x="533204" y="5420988"/>
            <a:ext cx="7397115" cy="338554"/>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200">
                <a:solidFill>
                  <a:schemeClr val="dk1"/>
                </a:solidFill>
                <a:latin typeface="Arial"/>
                <a:ea typeface="Arial"/>
                <a:cs typeface="Arial"/>
                <a:sym typeface="Arial"/>
              </a:rPr>
              <a:t>If not a triangle, pointless of looking at </a:t>
            </a:r>
            <a:r>
              <a:rPr lang="en-US" sz="2200">
                <a:solidFill>
                  <a:srgbClr val="C00000"/>
                </a:solidFill>
                <a:latin typeface="Arial"/>
                <a:ea typeface="Arial"/>
                <a:cs typeface="Arial"/>
                <a:sym typeface="Arial"/>
              </a:rPr>
              <a:t>C2</a:t>
            </a:r>
            <a:r>
              <a:rPr lang="en-US" sz="2200">
                <a:solidFill>
                  <a:schemeClr val="dk1"/>
                </a:solidFill>
                <a:latin typeface="Arial"/>
                <a:ea typeface="Arial"/>
                <a:cs typeface="Arial"/>
                <a:sym typeface="Arial"/>
              </a:rPr>
              <a:t>,</a:t>
            </a:r>
            <a:r>
              <a:rPr lang="en-US" sz="2200">
                <a:solidFill>
                  <a:srgbClr val="C00000"/>
                </a:solidFill>
                <a:latin typeface="Arial"/>
                <a:ea typeface="Arial"/>
                <a:cs typeface="Arial"/>
                <a:sym typeface="Arial"/>
              </a:rPr>
              <a:t>C3</a:t>
            </a:r>
            <a:r>
              <a:rPr lang="en-US" sz="2200">
                <a:solidFill>
                  <a:schemeClr val="dk1"/>
                </a:solidFill>
                <a:latin typeface="Arial"/>
                <a:ea typeface="Arial"/>
                <a:cs typeface="Arial"/>
                <a:sym typeface="Arial"/>
              </a:rPr>
              <a:t>, or </a:t>
            </a:r>
            <a:r>
              <a:rPr lang="en-US" sz="2200">
                <a:solidFill>
                  <a:srgbClr val="C00000"/>
                </a:solidFill>
                <a:latin typeface="Arial"/>
                <a:ea typeface="Arial"/>
                <a:cs typeface="Arial"/>
                <a:sym typeface="Arial"/>
              </a:rPr>
              <a:t>C4 </a:t>
            </a:r>
            <a:r>
              <a:rPr lang="en-US" sz="2200">
                <a:solidFill>
                  <a:schemeClr val="dk1"/>
                </a:solidFill>
                <a:latin typeface="Arial"/>
                <a:ea typeface="Arial"/>
                <a:cs typeface="Arial"/>
                <a:sym typeface="Arial"/>
              </a:rPr>
              <a:t>(</a:t>
            </a:r>
            <a:r>
              <a:rPr lang="en-US" sz="2200">
                <a:solidFill>
                  <a:srgbClr val="C00000"/>
                </a:solidFill>
                <a:latin typeface="Arial"/>
                <a:ea typeface="Arial"/>
                <a:cs typeface="Arial"/>
                <a:sym typeface="Arial"/>
              </a:rPr>
              <a:t>rule 1</a:t>
            </a:r>
            <a:r>
              <a:rPr lang="en-US" sz="2200">
                <a:solidFill>
                  <a:schemeClr val="dk1"/>
                </a:solidFill>
                <a:latin typeface="Arial"/>
                <a:ea typeface="Arial"/>
                <a:cs typeface="Arial"/>
                <a:sym typeface="Arial"/>
              </a:rPr>
              <a:t>)</a:t>
            </a:r>
            <a:endParaRPr sz="2200">
              <a:solidFill>
                <a:schemeClr val="dk1"/>
              </a:solidFill>
              <a:latin typeface="Arial"/>
              <a:ea typeface="Arial"/>
              <a:cs typeface="Arial"/>
              <a:sym typeface="Arial"/>
            </a:endParaRPr>
          </a:p>
        </p:txBody>
      </p:sp>
      <p:graphicFrame>
        <p:nvGraphicFramePr>
          <p:cNvPr id="310" name="Google Shape;310;p30"/>
          <p:cNvGraphicFramePr/>
          <p:nvPr/>
        </p:nvGraphicFramePr>
        <p:xfrm>
          <a:off x="289391" y="1301762"/>
          <a:ext cx="3000000" cy="3000000"/>
        </p:xfrm>
        <a:graphic>
          <a:graphicData uri="http://schemas.openxmlformats.org/drawingml/2006/table">
            <a:tbl>
              <a:tblPr bandRow="1" firstRow="1">
                <a:noFill/>
                <a:tableStyleId>{088D9E38-63AB-4F39-8222-83D01DE5195E}</a:tableStyleId>
              </a:tblPr>
              <a:tblGrid>
                <a:gridCol w="2319700"/>
                <a:gridCol w="700025"/>
                <a:gridCol w="699900"/>
                <a:gridCol w="700000"/>
                <a:gridCol w="700025"/>
                <a:gridCol w="700025"/>
                <a:gridCol w="700000"/>
                <a:gridCol w="699900"/>
                <a:gridCol w="700000"/>
                <a:gridCol w="700025"/>
              </a:tblGrid>
              <a:tr h="387350">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1</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2</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3</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4</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5</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6</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7</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8</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9</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C1: a, b, c form a triangle?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7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C2: a = b?</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C3: a = c?</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C4: b = c?</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7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A1: Not a triangle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A2: Scalene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A3: Isosceles</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A4: Equilateral</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A5: Impossible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4" name="Shape 314"/>
        <p:cNvGrpSpPr/>
        <p:nvPr/>
      </p:nvGrpSpPr>
      <p:grpSpPr>
        <a:xfrm>
          <a:off x="0" y="0"/>
          <a:ext cx="0" cy="0"/>
          <a:chOff x="0" y="0"/>
          <a:chExt cx="0" cy="0"/>
        </a:xfrm>
      </p:grpSpPr>
      <p:sp>
        <p:nvSpPr>
          <p:cNvPr id="315" name="Google Shape;315;p31"/>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sz="4400"/>
              <a:t>Decision Table – Triangle Program</a:t>
            </a:r>
            <a:endParaRPr/>
          </a:p>
        </p:txBody>
      </p:sp>
      <p:sp>
        <p:nvSpPr>
          <p:cNvPr id="316" name="Google Shape;316;p31"/>
          <p:cNvSpPr txBox="1"/>
          <p:nvPr/>
        </p:nvSpPr>
        <p:spPr>
          <a:xfrm>
            <a:off x="533204" y="5420988"/>
            <a:ext cx="7397115" cy="338554"/>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200">
                <a:solidFill>
                  <a:schemeClr val="dk1"/>
                </a:solidFill>
                <a:latin typeface="Arial"/>
                <a:ea typeface="Arial"/>
                <a:cs typeface="Arial"/>
                <a:sym typeface="Arial"/>
              </a:rPr>
              <a:t>If not a triangle, pointless of looking at </a:t>
            </a:r>
            <a:r>
              <a:rPr lang="en-US" sz="2200">
                <a:solidFill>
                  <a:srgbClr val="C00000"/>
                </a:solidFill>
                <a:latin typeface="Arial"/>
                <a:ea typeface="Arial"/>
                <a:cs typeface="Arial"/>
                <a:sym typeface="Arial"/>
              </a:rPr>
              <a:t>C2</a:t>
            </a:r>
            <a:r>
              <a:rPr lang="en-US" sz="2200">
                <a:solidFill>
                  <a:schemeClr val="dk1"/>
                </a:solidFill>
                <a:latin typeface="Arial"/>
                <a:ea typeface="Arial"/>
                <a:cs typeface="Arial"/>
                <a:sym typeface="Arial"/>
              </a:rPr>
              <a:t>,</a:t>
            </a:r>
            <a:r>
              <a:rPr lang="en-US" sz="2200">
                <a:solidFill>
                  <a:srgbClr val="C00000"/>
                </a:solidFill>
                <a:latin typeface="Arial"/>
                <a:ea typeface="Arial"/>
                <a:cs typeface="Arial"/>
                <a:sym typeface="Arial"/>
              </a:rPr>
              <a:t>C3</a:t>
            </a:r>
            <a:r>
              <a:rPr lang="en-US" sz="2200">
                <a:solidFill>
                  <a:schemeClr val="dk1"/>
                </a:solidFill>
                <a:latin typeface="Arial"/>
                <a:ea typeface="Arial"/>
                <a:cs typeface="Arial"/>
                <a:sym typeface="Arial"/>
              </a:rPr>
              <a:t>, or </a:t>
            </a:r>
            <a:r>
              <a:rPr lang="en-US" sz="2200">
                <a:solidFill>
                  <a:srgbClr val="C00000"/>
                </a:solidFill>
                <a:latin typeface="Arial"/>
                <a:ea typeface="Arial"/>
                <a:cs typeface="Arial"/>
                <a:sym typeface="Arial"/>
              </a:rPr>
              <a:t>C4 </a:t>
            </a:r>
            <a:r>
              <a:rPr lang="en-US" sz="2200">
                <a:solidFill>
                  <a:schemeClr val="dk1"/>
                </a:solidFill>
                <a:latin typeface="Arial"/>
                <a:ea typeface="Arial"/>
                <a:cs typeface="Arial"/>
                <a:sym typeface="Arial"/>
              </a:rPr>
              <a:t>(</a:t>
            </a:r>
            <a:r>
              <a:rPr lang="en-US" sz="2200">
                <a:solidFill>
                  <a:srgbClr val="C00000"/>
                </a:solidFill>
                <a:latin typeface="Arial"/>
                <a:ea typeface="Arial"/>
                <a:cs typeface="Arial"/>
                <a:sym typeface="Arial"/>
              </a:rPr>
              <a:t>rule 1</a:t>
            </a:r>
            <a:r>
              <a:rPr lang="en-US" sz="2200">
                <a:solidFill>
                  <a:schemeClr val="dk1"/>
                </a:solidFill>
                <a:latin typeface="Arial"/>
                <a:ea typeface="Arial"/>
                <a:cs typeface="Arial"/>
                <a:sym typeface="Arial"/>
              </a:rPr>
              <a:t>)</a:t>
            </a:r>
            <a:endParaRPr sz="2200">
              <a:solidFill>
                <a:schemeClr val="dk1"/>
              </a:solidFill>
              <a:latin typeface="Arial"/>
              <a:ea typeface="Arial"/>
              <a:cs typeface="Arial"/>
              <a:sym typeface="Arial"/>
            </a:endParaRPr>
          </a:p>
        </p:txBody>
      </p:sp>
      <p:graphicFrame>
        <p:nvGraphicFramePr>
          <p:cNvPr id="317" name="Google Shape;317;p31"/>
          <p:cNvGraphicFramePr/>
          <p:nvPr/>
        </p:nvGraphicFramePr>
        <p:xfrm>
          <a:off x="289391" y="1301762"/>
          <a:ext cx="3000000" cy="3000000"/>
        </p:xfrm>
        <a:graphic>
          <a:graphicData uri="http://schemas.openxmlformats.org/drawingml/2006/table">
            <a:tbl>
              <a:tblPr bandRow="1" firstRow="1">
                <a:noFill/>
                <a:tableStyleId>{088D9E38-63AB-4F39-8222-83D01DE5195E}</a:tableStyleId>
              </a:tblPr>
              <a:tblGrid>
                <a:gridCol w="2319700"/>
                <a:gridCol w="700025"/>
                <a:gridCol w="699900"/>
                <a:gridCol w="700000"/>
                <a:gridCol w="700025"/>
                <a:gridCol w="700025"/>
                <a:gridCol w="700000"/>
                <a:gridCol w="699900"/>
                <a:gridCol w="700000"/>
                <a:gridCol w="700025"/>
              </a:tblGrid>
              <a:tr h="387350">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1</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2</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3</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4</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5</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6</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7</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8</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9</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C1: a, b, c form a triangle?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7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C2: a = b?</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C3: a = c?</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C4: b = c?</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7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A1: Not a triangle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A2: Scalene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A3: Isosceles</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A4: Equilateral</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A5: Impossible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1" name="Shape 321"/>
        <p:cNvGrpSpPr/>
        <p:nvPr/>
      </p:nvGrpSpPr>
      <p:grpSpPr>
        <a:xfrm>
          <a:off x="0" y="0"/>
          <a:ext cx="0" cy="0"/>
          <a:chOff x="0" y="0"/>
          <a:chExt cx="0" cy="0"/>
        </a:xfrm>
      </p:grpSpPr>
      <p:sp>
        <p:nvSpPr>
          <p:cNvPr id="322" name="Google Shape;322;p32"/>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sz="4400"/>
              <a:t>Decision Table – Triangle Program</a:t>
            </a:r>
            <a:endParaRPr/>
          </a:p>
        </p:txBody>
      </p:sp>
      <p:sp>
        <p:nvSpPr>
          <p:cNvPr id="323" name="Google Shape;323;p32"/>
          <p:cNvSpPr txBox="1"/>
          <p:nvPr/>
        </p:nvSpPr>
        <p:spPr>
          <a:xfrm>
            <a:off x="533197" y="5420990"/>
            <a:ext cx="8034020" cy="754053"/>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200">
                <a:solidFill>
                  <a:schemeClr val="dk1"/>
                </a:solidFill>
                <a:latin typeface="Arial"/>
                <a:ea typeface="Arial"/>
                <a:cs typeface="Arial"/>
                <a:sym typeface="Arial"/>
              </a:rPr>
              <a:t>If not a triangle, pointless of looking at </a:t>
            </a:r>
            <a:r>
              <a:rPr lang="en-US" sz="2200">
                <a:solidFill>
                  <a:srgbClr val="C00000"/>
                </a:solidFill>
                <a:latin typeface="Arial"/>
                <a:ea typeface="Arial"/>
                <a:cs typeface="Arial"/>
                <a:sym typeface="Arial"/>
              </a:rPr>
              <a:t>C2</a:t>
            </a:r>
            <a:r>
              <a:rPr lang="en-US" sz="2200">
                <a:solidFill>
                  <a:schemeClr val="dk1"/>
                </a:solidFill>
                <a:latin typeface="Arial"/>
                <a:ea typeface="Arial"/>
                <a:cs typeface="Arial"/>
                <a:sym typeface="Arial"/>
              </a:rPr>
              <a:t>,</a:t>
            </a:r>
            <a:r>
              <a:rPr lang="en-US" sz="2200">
                <a:solidFill>
                  <a:srgbClr val="C00000"/>
                </a:solidFill>
                <a:latin typeface="Arial"/>
                <a:ea typeface="Arial"/>
                <a:cs typeface="Arial"/>
                <a:sym typeface="Arial"/>
              </a:rPr>
              <a:t>C3</a:t>
            </a:r>
            <a:r>
              <a:rPr lang="en-US" sz="2200">
                <a:solidFill>
                  <a:schemeClr val="dk1"/>
                </a:solidFill>
                <a:latin typeface="Arial"/>
                <a:ea typeface="Arial"/>
                <a:cs typeface="Arial"/>
                <a:sym typeface="Arial"/>
              </a:rPr>
              <a:t>, or </a:t>
            </a:r>
            <a:r>
              <a:rPr lang="en-US" sz="2200">
                <a:solidFill>
                  <a:srgbClr val="C00000"/>
                </a:solidFill>
                <a:latin typeface="Arial"/>
                <a:ea typeface="Arial"/>
                <a:cs typeface="Arial"/>
                <a:sym typeface="Arial"/>
              </a:rPr>
              <a:t>C4 </a:t>
            </a:r>
            <a:r>
              <a:rPr lang="en-US" sz="2200">
                <a:solidFill>
                  <a:schemeClr val="dk1"/>
                </a:solidFill>
                <a:latin typeface="Arial"/>
                <a:ea typeface="Arial"/>
                <a:cs typeface="Arial"/>
                <a:sym typeface="Arial"/>
              </a:rPr>
              <a:t>(</a:t>
            </a:r>
            <a:r>
              <a:rPr lang="en-US" sz="2200">
                <a:solidFill>
                  <a:srgbClr val="C00000"/>
                </a:solidFill>
                <a:latin typeface="Arial"/>
                <a:ea typeface="Arial"/>
                <a:cs typeface="Arial"/>
                <a:sym typeface="Arial"/>
              </a:rPr>
              <a:t>rule 1</a:t>
            </a:r>
            <a:r>
              <a:rPr lang="en-US" sz="2200">
                <a:solidFill>
                  <a:schemeClr val="dk1"/>
                </a:solidFill>
                <a:latin typeface="Arial"/>
                <a:ea typeface="Arial"/>
                <a:cs typeface="Arial"/>
                <a:sym typeface="Arial"/>
              </a:rPr>
              <a:t>)</a:t>
            </a:r>
            <a:endParaRPr sz="2200">
              <a:solidFill>
                <a:schemeClr val="dk1"/>
              </a:solidFill>
              <a:latin typeface="Arial"/>
              <a:ea typeface="Arial"/>
              <a:cs typeface="Arial"/>
              <a:sym typeface="Arial"/>
            </a:endParaRPr>
          </a:p>
          <a:p>
            <a:pPr indent="0" lvl="0" marL="12700" marR="0" rtl="0" algn="l">
              <a:spcBef>
                <a:spcPts val="565"/>
              </a:spcBef>
              <a:spcAft>
                <a:spcPts val="0"/>
              </a:spcAft>
              <a:buNone/>
            </a:pPr>
            <a:r>
              <a:rPr lang="en-US" sz="2200">
                <a:solidFill>
                  <a:schemeClr val="dk1"/>
                </a:solidFill>
                <a:latin typeface="Arial"/>
                <a:ea typeface="Arial"/>
                <a:cs typeface="Arial"/>
                <a:sym typeface="Arial"/>
              </a:rPr>
              <a:t>If </a:t>
            </a:r>
            <a:r>
              <a:rPr lang="en-US" sz="2200">
                <a:solidFill>
                  <a:srgbClr val="C00000"/>
                </a:solidFill>
                <a:latin typeface="Arial"/>
                <a:ea typeface="Arial"/>
                <a:cs typeface="Arial"/>
                <a:sym typeface="Arial"/>
              </a:rPr>
              <a:t>a=c </a:t>
            </a:r>
            <a:r>
              <a:rPr lang="en-US" sz="2200">
                <a:solidFill>
                  <a:schemeClr val="dk1"/>
                </a:solidFill>
                <a:latin typeface="Arial"/>
                <a:ea typeface="Arial"/>
                <a:cs typeface="Arial"/>
                <a:sym typeface="Arial"/>
              </a:rPr>
              <a:t>and </a:t>
            </a:r>
            <a:r>
              <a:rPr lang="en-US" sz="2200">
                <a:solidFill>
                  <a:srgbClr val="C00000"/>
                </a:solidFill>
                <a:latin typeface="Arial"/>
                <a:ea typeface="Arial"/>
                <a:cs typeface="Arial"/>
                <a:sym typeface="Arial"/>
              </a:rPr>
              <a:t>a=b </a:t>
            </a:r>
            <a:r>
              <a:rPr lang="en-US" sz="2200">
                <a:solidFill>
                  <a:schemeClr val="dk1"/>
                </a:solidFill>
                <a:latin typeface="Arial"/>
                <a:ea typeface="Arial"/>
                <a:cs typeface="Arial"/>
                <a:sym typeface="Arial"/>
              </a:rPr>
              <a:t>then the negative entry in </a:t>
            </a:r>
            <a:r>
              <a:rPr lang="en-US" sz="2200">
                <a:solidFill>
                  <a:srgbClr val="C00000"/>
                </a:solidFill>
                <a:latin typeface="Arial"/>
                <a:ea typeface="Arial"/>
                <a:cs typeface="Arial"/>
                <a:sym typeface="Arial"/>
              </a:rPr>
              <a:t>C4 </a:t>
            </a:r>
            <a:r>
              <a:rPr lang="en-US" sz="2200">
                <a:solidFill>
                  <a:schemeClr val="dk1"/>
                </a:solidFill>
                <a:latin typeface="Arial"/>
                <a:ea typeface="Arial"/>
                <a:cs typeface="Arial"/>
                <a:sym typeface="Arial"/>
              </a:rPr>
              <a:t>is impossible (</a:t>
            </a:r>
            <a:r>
              <a:rPr lang="en-US" sz="2200">
                <a:solidFill>
                  <a:srgbClr val="C00000"/>
                </a:solidFill>
                <a:latin typeface="Arial"/>
                <a:ea typeface="Arial"/>
                <a:cs typeface="Arial"/>
                <a:sym typeface="Arial"/>
              </a:rPr>
              <a:t>rule3</a:t>
            </a:r>
            <a:r>
              <a:rPr lang="en-US" sz="2200">
                <a:solidFill>
                  <a:schemeClr val="dk1"/>
                </a:solidFill>
                <a:latin typeface="Arial"/>
                <a:ea typeface="Arial"/>
                <a:cs typeface="Arial"/>
                <a:sym typeface="Arial"/>
              </a:rPr>
              <a:t>)</a:t>
            </a:r>
            <a:endParaRPr sz="2200">
              <a:solidFill>
                <a:schemeClr val="dk1"/>
              </a:solidFill>
              <a:latin typeface="Arial"/>
              <a:ea typeface="Arial"/>
              <a:cs typeface="Arial"/>
              <a:sym typeface="Arial"/>
            </a:endParaRPr>
          </a:p>
        </p:txBody>
      </p:sp>
      <p:graphicFrame>
        <p:nvGraphicFramePr>
          <p:cNvPr id="324" name="Google Shape;324;p32"/>
          <p:cNvGraphicFramePr/>
          <p:nvPr/>
        </p:nvGraphicFramePr>
        <p:xfrm>
          <a:off x="371943" y="1301762"/>
          <a:ext cx="3000000" cy="3000000"/>
        </p:xfrm>
        <a:graphic>
          <a:graphicData uri="http://schemas.openxmlformats.org/drawingml/2006/table">
            <a:tbl>
              <a:tblPr bandRow="1" firstRow="1">
                <a:noFill/>
                <a:tableStyleId>{088D9E38-63AB-4F39-8222-83D01DE5195E}</a:tableStyleId>
              </a:tblPr>
              <a:tblGrid>
                <a:gridCol w="2319700"/>
                <a:gridCol w="700025"/>
                <a:gridCol w="699900"/>
                <a:gridCol w="700000"/>
                <a:gridCol w="700025"/>
                <a:gridCol w="700025"/>
                <a:gridCol w="700000"/>
                <a:gridCol w="699900"/>
                <a:gridCol w="700000"/>
                <a:gridCol w="700025"/>
              </a:tblGrid>
              <a:tr h="387350">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1</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2</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3</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4</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5</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6</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7</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8</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9</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C1: a, b, c form a triangle?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7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C2: a = b?</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C3: a = c?</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C4: b = c?</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7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A1: Not a triangle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A2: Scalene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A3: Isosceles</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A4: Equilateral</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A5: Impossible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8" name="Shape 328"/>
        <p:cNvGrpSpPr/>
        <p:nvPr/>
      </p:nvGrpSpPr>
      <p:grpSpPr>
        <a:xfrm>
          <a:off x="0" y="0"/>
          <a:ext cx="0" cy="0"/>
          <a:chOff x="0" y="0"/>
          <a:chExt cx="0" cy="0"/>
        </a:xfrm>
      </p:grpSpPr>
      <p:sp>
        <p:nvSpPr>
          <p:cNvPr id="329" name="Google Shape;329;p33"/>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sz="4400"/>
              <a:t>Decision Table – Triangle Program</a:t>
            </a:r>
            <a:endParaRPr/>
          </a:p>
        </p:txBody>
      </p:sp>
      <p:sp>
        <p:nvSpPr>
          <p:cNvPr id="330" name="Google Shape;330;p33"/>
          <p:cNvSpPr txBox="1"/>
          <p:nvPr/>
        </p:nvSpPr>
        <p:spPr>
          <a:xfrm>
            <a:off x="533197" y="5420990"/>
            <a:ext cx="8034020" cy="754053"/>
          </a:xfrm>
          <a:prstGeom prst="rect">
            <a:avLst/>
          </a:prstGeom>
          <a:noFill/>
          <a:ln>
            <a:noFill/>
          </a:ln>
        </p:spPr>
        <p:txBody>
          <a:bodyPr anchorCtr="0" anchor="t" bIns="0" lIns="0" spcFirstLastPara="1" rIns="0" wrap="square" tIns="0">
            <a:spAutoFit/>
          </a:bodyPr>
          <a:lstStyle/>
          <a:p>
            <a:pPr indent="0" lvl="0" marL="12700" marR="0" rtl="0" algn="l">
              <a:spcBef>
                <a:spcPts val="0"/>
              </a:spcBef>
              <a:spcAft>
                <a:spcPts val="0"/>
              </a:spcAft>
              <a:buNone/>
            </a:pPr>
            <a:r>
              <a:rPr lang="en-US" sz="2200">
                <a:solidFill>
                  <a:schemeClr val="dk1"/>
                </a:solidFill>
                <a:latin typeface="Arial"/>
                <a:ea typeface="Arial"/>
                <a:cs typeface="Arial"/>
                <a:sym typeface="Arial"/>
              </a:rPr>
              <a:t>If not a triangle, pointless of looking at </a:t>
            </a:r>
            <a:r>
              <a:rPr lang="en-US" sz="2200">
                <a:solidFill>
                  <a:srgbClr val="C00000"/>
                </a:solidFill>
                <a:latin typeface="Arial"/>
                <a:ea typeface="Arial"/>
                <a:cs typeface="Arial"/>
                <a:sym typeface="Arial"/>
              </a:rPr>
              <a:t>C2</a:t>
            </a:r>
            <a:r>
              <a:rPr lang="en-US" sz="2200">
                <a:solidFill>
                  <a:schemeClr val="dk1"/>
                </a:solidFill>
                <a:latin typeface="Arial"/>
                <a:ea typeface="Arial"/>
                <a:cs typeface="Arial"/>
                <a:sym typeface="Arial"/>
              </a:rPr>
              <a:t>,</a:t>
            </a:r>
            <a:r>
              <a:rPr lang="en-US" sz="2200">
                <a:solidFill>
                  <a:srgbClr val="C00000"/>
                </a:solidFill>
                <a:latin typeface="Arial"/>
                <a:ea typeface="Arial"/>
                <a:cs typeface="Arial"/>
                <a:sym typeface="Arial"/>
              </a:rPr>
              <a:t>C3</a:t>
            </a:r>
            <a:r>
              <a:rPr lang="en-US" sz="2200">
                <a:solidFill>
                  <a:schemeClr val="dk1"/>
                </a:solidFill>
                <a:latin typeface="Arial"/>
                <a:ea typeface="Arial"/>
                <a:cs typeface="Arial"/>
                <a:sym typeface="Arial"/>
              </a:rPr>
              <a:t>, or </a:t>
            </a:r>
            <a:r>
              <a:rPr lang="en-US" sz="2200">
                <a:solidFill>
                  <a:srgbClr val="C00000"/>
                </a:solidFill>
                <a:latin typeface="Arial"/>
                <a:ea typeface="Arial"/>
                <a:cs typeface="Arial"/>
                <a:sym typeface="Arial"/>
              </a:rPr>
              <a:t>C4 </a:t>
            </a:r>
            <a:r>
              <a:rPr lang="en-US" sz="2200">
                <a:solidFill>
                  <a:schemeClr val="dk1"/>
                </a:solidFill>
                <a:latin typeface="Arial"/>
                <a:ea typeface="Arial"/>
                <a:cs typeface="Arial"/>
                <a:sym typeface="Arial"/>
              </a:rPr>
              <a:t>(</a:t>
            </a:r>
            <a:r>
              <a:rPr lang="en-US" sz="2200">
                <a:solidFill>
                  <a:srgbClr val="C00000"/>
                </a:solidFill>
                <a:latin typeface="Arial"/>
                <a:ea typeface="Arial"/>
                <a:cs typeface="Arial"/>
                <a:sym typeface="Arial"/>
              </a:rPr>
              <a:t>rule 1</a:t>
            </a:r>
            <a:r>
              <a:rPr lang="en-US" sz="2200">
                <a:solidFill>
                  <a:schemeClr val="dk1"/>
                </a:solidFill>
                <a:latin typeface="Arial"/>
                <a:ea typeface="Arial"/>
                <a:cs typeface="Arial"/>
                <a:sym typeface="Arial"/>
              </a:rPr>
              <a:t>)</a:t>
            </a:r>
            <a:endParaRPr sz="2200">
              <a:solidFill>
                <a:schemeClr val="dk1"/>
              </a:solidFill>
              <a:latin typeface="Arial"/>
              <a:ea typeface="Arial"/>
              <a:cs typeface="Arial"/>
              <a:sym typeface="Arial"/>
            </a:endParaRPr>
          </a:p>
          <a:p>
            <a:pPr indent="0" lvl="0" marL="12700" marR="0" rtl="0" algn="l">
              <a:spcBef>
                <a:spcPts val="565"/>
              </a:spcBef>
              <a:spcAft>
                <a:spcPts val="0"/>
              </a:spcAft>
              <a:buNone/>
            </a:pPr>
            <a:r>
              <a:rPr lang="en-US" sz="2200">
                <a:solidFill>
                  <a:schemeClr val="dk1"/>
                </a:solidFill>
                <a:latin typeface="Arial"/>
                <a:ea typeface="Arial"/>
                <a:cs typeface="Arial"/>
                <a:sym typeface="Arial"/>
              </a:rPr>
              <a:t>If </a:t>
            </a:r>
            <a:r>
              <a:rPr lang="en-US" sz="2200">
                <a:solidFill>
                  <a:srgbClr val="C00000"/>
                </a:solidFill>
                <a:latin typeface="Arial"/>
                <a:ea typeface="Arial"/>
                <a:cs typeface="Arial"/>
                <a:sym typeface="Arial"/>
              </a:rPr>
              <a:t>a=c </a:t>
            </a:r>
            <a:r>
              <a:rPr lang="en-US" sz="2200">
                <a:solidFill>
                  <a:schemeClr val="dk1"/>
                </a:solidFill>
                <a:latin typeface="Arial"/>
                <a:ea typeface="Arial"/>
                <a:cs typeface="Arial"/>
                <a:sym typeface="Arial"/>
              </a:rPr>
              <a:t>and </a:t>
            </a:r>
            <a:r>
              <a:rPr lang="en-US" sz="2200">
                <a:solidFill>
                  <a:srgbClr val="C00000"/>
                </a:solidFill>
                <a:latin typeface="Arial"/>
                <a:ea typeface="Arial"/>
                <a:cs typeface="Arial"/>
                <a:sym typeface="Arial"/>
              </a:rPr>
              <a:t>a=b </a:t>
            </a:r>
            <a:r>
              <a:rPr lang="en-US" sz="2200">
                <a:solidFill>
                  <a:schemeClr val="dk1"/>
                </a:solidFill>
                <a:latin typeface="Arial"/>
                <a:ea typeface="Arial"/>
                <a:cs typeface="Arial"/>
                <a:sym typeface="Arial"/>
              </a:rPr>
              <a:t>then the negative entry in </a:t>
            </a:r>
            <a:r>
              <a:rPr lang="en-US" sz="2200">
                <a:solidFill>
                  <a:srgbClr val="C00000"/>
                </a:solidFill>
                <a:latin typeface="Arial"/>
                <a:ea typeface="Arial"/>
                <a:cs typeface="Arial"/>
                <a:sym typeface="Arial"/>
              </a:rPr>
              <a:t>C4 </a:t>
            </a:r>
            <a:r>
              <a:rPr lang="en-US" sz="2200">
                <a:solidFill>
                  <a:schemeClr val="dk1"/>
                </a:solidFill>
                <a:latin typeface="Arial"/>
                <a:ea typeface="Arial"/>
                <a:cs typeface="Arial"/>
                <a:sym typeface="Arial"/>
              </a:rPr>
              <a:t>is impossible (</a:t>
            </a:r>
            <a:r>
              <a:rPr lang="en-US" sz="2200">
                <a:solidFill>
                  <a:srgbClr val="C00000"/>
                </a:solidFill>
                <a:latin typeface="Arial"/>
                <a:ea typeface="Arial"/>
                <a:cs typeface="Arial"/>
                <a:sym typeface="Arial"/>
              </a:rPr>
              <a:t>rule3</a:t>
            </a:r>
            <a:r>
              <a:rPr lang="en-US" sz="2200">
                <a:solidFill>
                  <a:schemeClr val="dk1"/>
                </a:solidFill>
                <a:latin typeface="Arial"/>
                <a:ea typeface="Arial"/>
                <a:cs typeface="Arial"/>
                <a:sym typeface="Arial"/>
              </a:rPr>
              <a:t>)</a:t>
            </a:r>
            <a:endParaRPr sz="2200">
              <a:solidFill>
                <a:schemeClr val="dk1"/>
              </a:solidFill>
              <a:latin typeface="Arial"/>
              <a:ea typeface="Arial"/>
              <a:cs typeface="Arial"/>
              <a:sym typeface="Arial"/>
            </a:endParaRPr>
          </a:p>
        </p:txBody>
      </p:sp>
      <p:graphicFrame>
        <p:nvGraphicFramePr>
          <p:cNvPr id="331" name="Google Shape;331;p33"/>
          <p:cNvGraphicFramePr/>
          <p:nvPr/>
        </p:nvGraphicFramePr>
        <p:xfrm>
          <a:off x="0" y="1066797"/>
          <a:ext cx="3000000" cy="3000000"/>
        </p:xfrm>
        <a:graphic>
          <a:graphicData uri="http://schemas.openxmlformats.org/drawingml/2006/table">
            <a:tbl>
              <a:tblPr bandRow="1" firstRow="1">
                <a:noFill/>
                <a:tableStyleId>{088D9E38-63AB-4F39-8222-83D01DE5195E}</a:tableStyleId>
              </a:tblPr>
              <a:tblGrid>
                <a:gridCol w="2440300"/>
                <a:gridCol w="736425"/>
                <a:gridCol w="736300"/>
                <a:gridCol w="736400"/>
                <a:gridCol w="736425"/>
                <a:gridCol w="736425"/>
                <a:gridCol w="736400"/>
                <a:gridCol w="736300"/>
                <a:gridCol w="736400"/>
                <a:gridCol w="736425"/>
              </a:tblGrid>
              <a:tr h="410825">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1</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2</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090" marR="0" rtl="0" algn="l">
                        <a:lnSpc>
                          <a:spcPct val="100000"/>
                        </a:lnSpc>
                        <a:spcBef>
                          <a:spcPts val="0"/>
                        </a:spcBef>
                        <a:spcAft>
                          <a:spcPts val="0"/>
                        </a:spcAft>
                        <a:buNone/>
                      </a:pPr>
                      <a:r>
                        <a:rPr b="1" lang="en-US" sz="1300">
                          <a:latin typeface="Arial"/>
                          <a:ea typeface="Arial"/>
                          <a:cs typeface="Arial"/>
                          <a:sym typeface="Arial"/>
                        </a:rPr>
                        <a:t>Rule 3</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4</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5</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6</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7</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8</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c>
                  <a:txBody>
                    <a:bodyPr/>
                    <a:lstStyle/>
                    <a:p>
                      <a:pPr indent="0" lvl="0" marL="85725" marR="0" rtl="0" algn="l">
                        <a:lnSpc>
                          <a:spcPct val="100000"/>
                        </a:lnSpc>
                        <a:spcBef>
                          <a:spcPts val="0"/>
                        </a:spcBef>
                        <a:spcAft>
                          <a:spcPts val="0"/>
                        </a:spcAft>
                        <a:buNone/>
                      </a:pPr>
                      <a:r>
                        <a:rPr b="1" lang="en-US" sz="1300">
                          <a:latin typeface="Arial"/>
                          <a:ea typeface="Arial"/>
                          <a:cs typeface="Arial"/>
                          <a:sym typeface="Arial"/>
                        </a:rPr>
                        <a:t>Rule 9</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7E4BC"/>
                    </a:solidFill>
                  </a:tcPr>
                </a:tc>
              </a:tr>
              <a:tr h="41082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C1: a, b, c form a triangle?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7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C2: a = b?</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2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C3: a = c?</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2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C4: b = c?</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7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A1: Not a triangle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25">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A2: Scalene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A3: Isosceles</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A4: Equilateral</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08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A5: Impossible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9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4"/>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sz="4400"/>
              <a:t>Decision Table </a:t>
            </a:r>
            <a:r>
              <a:rPr lang="en-US" sz="4400">
                <a:latin typeface="Arial"/>
                <a:ea typeface="Arial"/>
                <a:cs typeface="Arial"/>
                <a:sym typeface="Arial"/>
              </a:rPr>
              <a:t>– </a:t>
            </a:r>
            <a:r>
              <a:rPr lang="en-US" sz="4400"/>
              <a:t>Triangle Program</a:t>
            </a:r>
            <a:endParaRPr/>
          </a:p>
        </p:txBody>
      </p:sp>
      <p:sp>
        <p:nvSpPr>
          <p:cNvPr id="337" name="Google Shape;337;p34"/>
          <p:cNvSpPr txBox="1"/>
          <p:nvPr>
            <p:ph idx="12" type="sldNum"/>
          </p:nvPr>
        </p:nvSpPr>
        <p:spPr>
          <a:xfrm>
            <a:off x="228192" y="6475140"/>
            <a:ext cx="342265" cy="553998"/>
          </a:xfrm>
          <a:prstGeom prst="rect">
            <a:avLst/>
          </a:prstGeom>
          <a:noFill/>
          <a:ln>
            <a:noFill/>
          </a:ln>
        </p:spPr>
        <p:txBody>
          <a:bodyPr anchorCtr="0" anchor="t" bIns="0" lIns="0" spcFirstLastPara="1" rIns="0" wrap="square" tIns="2525">
            <a:spAutoFit/>
          </a:bodyPr>
          <a:lstStyle/>
          <a:p>
            <a:pPr indent="0" lvl="0" marL="63500" rtl="0" algn="l">
              <a:lnSpc>
                <a:spcPct val="100000"/>
              </a:lnSpc>
              <a:spcBef>
                <a:spcPts val="0"/>
              </a:spcBef>
              <a:spcAft>
                <a:spcPts val="0"/>
              </a:spcAft>
              <a:buNone/>
            </a:pPr>
            <a:fld id="{00000000-1234-1234-1234-123412341234}" type="slidenum">
              <a:rPr lang="en-US"/>
              <a:t>‹#›</a:t>
            </a:fld>
            <a:endParaRPr/>
          </a:p>
        </p:txBody>
      </p:sp>
      <p:graphicFrame>
        <p:nvGraphicFramePr>
          <p:cNvPr id="338" name="Google Shape;338;p34"/>
          <p:cNvGraphicFramePr/>
          <p:nvPr/>
        </p:nvGraphicFramePr>
        <p:xfrm>
          <a:off x="289394" y="1301750"/>
          <a:ext cx="3000000" cy="3000000"/>
        </p:xfrm>
        <a:graphic>
          <a:graphicData uri="http://schemas.openxmlformats.org/drawingml/2006/table">
            <a:tbl>
              <a:tblPr bandRow="1" firstRow="1">
                <a:noFill/>
                <a:tableStyleId>{088D9E38-63AB-4F39-8222-83D01DE5195E}</a:tableStyleId>
              </a:tblPr>
              <a:tblGrid>
                <a:gridCol w="2319700"/>
                <a:gridCol w="700025"/>
                <a:gridCol w="699900"/>
                <a:gridCol w="700025"/>
                <a:gridCol w="700025"/>
                <a:gridCol w="700025"/>
                <a:gridCol w="700025"/>
                <a:gridCol w="699900"/>
                <a:gridCol w="700025"/>
                <a:gridCol w="700025"/>
              </a:tblGrid>
              <a:tr h="387350">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1430" rtl="0" algn="ctr">
                        <a:lnSpc>
                          <a:spcPct val="100000"/>
                        </a:lnSpc>
                        <a:spcBef>
                          <a:spcPts val="0"/>
                        </a:spcBef>
                        <a:spcAft>
                          <a:spcPts val="0"/>
                        </a:spcAft>
                        <a:buNone/>
                      </a:pPr>
                      <a:r>
                        <a:rPr b="1" lang="en-US" sz="1300">
                          <a:latin typeface="Arial"/>
                          <a:ea typeface="Arial"/>
                          <a:cs typeface="Arial"/>
                          <a:sym typeface="Arial"/>
                        </a:rPr>
                        <a:t>Rule 1</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1430" rtl="0" algn="ctr">
                        <a:lnSpc>
                          <a:spcPct val="100000"/>
                        </a:lnSpc>
                        <a:spcBef>
                          <a:spcPts val="0"/>
                        </a:spcBef>
                        <a:spcAft>
                          <a:spcPts val="0"/>
                        </a:spcAft>
                        <a:buNone/>
                      </a:pPr>
                      <a:r>
                        <a:rPr b="1" lang="en-US" sz="1300">
                          <a:latin typeface="Arial"/>
                          <a:ea typeface="Arial"/>
                          <a:cs typeface="Arial"/>
                          <a:sym typeface="Arial"/>
                        </a:rPr>
                        <a:t>Rule 2</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0795" rtl="0" algn="ctr">
                        <a:lnSpc>
                          <a:spcPct val="100000"/>
                        </a:lnSpc>
                        <a:spcBef>
                          <a:spcPts val="0"/>
                        </a:spcBef>
                        <a:spcAft>
                          <a:spcPts val="0"/>
                        </a:spcAft>
                        <a:buNone/>
                      </a:pPr>
                      <a:r>
                        <a:rPr b="1" lang="en-US" sz="1300">
                          <a:latin typeface="Arial"/>
                          <a:ea typeface="Arial"/>
                          <a:cs typeface="Arial"/>
                          <a:sym typeface="Arial"/>
                        </a:rPr>
                        <a:t>Rule 3</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0795" rtl="0" algn="ctr">
                        <a:lnSpc>
                          <a:spcPct val="100000"/>
                        </a:lnSpc>
                        <a:spcBef>
                          <a:spcPts val="0"/>
                        </a:spcBef>
                        <a:spcAft>
                          <a:spcPts val="0"/>
                        </a:spcAft>
                        <a:buNone/>
                      </a:pPr>
                      <a:r>
                        <a:rPr b="1" lang="en-US" sz="1300">
                          <a:latin typeface="Arial"/>
                          <a:ea typeface="Arial"/>
                          <a:cs typeface="Arial"/>
                          <a:sym typeface="Arial"/>
                        </a:rPr>
                        <a:t>Rule 4</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0795" rtl="0" algn="ctr">
                        <a:lnSpc>
                          <a:spcPct val="100000"/>
                        </a:lnSpc>
                        <a:spcBef>
                          <a:spcPts val="0"/>
                        </a:spcBef>
                        <a:spcAft>
                          <a:spcPts val="0"/>
                        </a:spcAft>
                        <a:buNone/>
                      </a:pPr>
                      <a:r>
                        <a:rPr b="1" lang="en-US" sz="1300">
                          <a:latin typeface="Arial"/>
                          <a:ea typeface="Arial"/>
                          <a:cs typeface="Arial"/>
                          <a:sym typeface="Arial"/>
                        </a:rPr>
                        <a:t>Rule 5</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0160" rtl="0" algn="ctr">
                        <a:lnSpc>
                          <a:spcPct val="100000"/>
                        </a:lnSpc>
                        <a:spcBef>
                          <a:spcPts val="0"/>
                        </a:spcBef>
                        <a:spcAft>
                          <a:spcPts val="0"/>
                        </a:spcAft>
                        <a:buNone/>
                      </a:pPr>
                      <a:r>
                        <a:rPr b="1" lang="en-US" sz="1300">
                          <a:latin typeface="Arial"/>
                          <a:ea typeface="Arial"/>
                          <a:cs typeface="Arial"/>
                          <a:sym typeface="Arial"/>
                        </a:rPr>
                        <a:t>Rule 6</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0160" rtl="0" algn="ctr">
                        <a:lnSpc>
                          <a:spcPct val="100000"/>
                        </a:lnSpc>
                        <a:spcBef>
                          <a:spcPts val="0"/>
                        </a:spcBef>
                        <a:spcAft>
                          <a:spcPts val="0"/>
                        </a:spcAft>
                        <a:buNone/>
                      </a:pPr>
                      <a:r>
                        <a:rPr b="1" lang="en-US" sz="1300">
                          <a:latin typeface="Arial"/>
                          <a:ea typeface="Arial"/>
                          <a:cs typeface="Arial"/>
                          <a:sym typeface="Arial"/>
                        </a:rPr>
                        <a:t>Rule 7</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9525" rtl="0" algn="ctr">
                        <a:lnSpc>
                          <a:spcPct val="100000"/>
                        </a:lnSpc>
                        <a:spcBef>
                          <a:spcPts val="0"/>
                        </a:spcBef>
                        <a:spcAft>
                          <a:spcPts val="0"/>
                        </a:spcAft>
                        <a:buNone/>
                      </a:pPr>
                      <a:r>
                        <a:rPr b="1" lang="en-US" sz="1300">
                          <a:latin typeface="Arial"/>
                          <a:ea typeface="Arial"/>
                          <a:cs typeface="Arial"/>
                          <a:sym typeface="Arial"/>
                        </a:rPr>
                        <a:t>Rule 8</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9525" rtl="0" algn="ctr">
                        <a:lnSpc>
                          <a:spcPct val="100000"/>
                        </a:lnSpc>
                        <a:spcBef>
                          <a:spcPts val="0"/>
                        </a:spcBef>
                        <a:spcAft>
                          <a:spcPts val="0"/>
                        </a:spcAft>
                        <a:buNone/>
                      </a:pPr>
                      <a:r>
                        <a:rPr b="1" lang="en-US" sz="1300">
                          <a:latin typeface="Arial"/>
                          <a:ea typeface="Arial"/>
                          <a:cs typeface="Arial"/>
                          <a:sym typeface="Arial"/>
                        </a:rPr>
                        <a:t>Rule 9</a:t>
                      </a:r>
                      <a:endParaRPr sz="13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C1: a, b, c form a triangle?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C2: a = b?</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C3: a = c?</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C4: b = c?</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_</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Y</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b="1" lang="en-US" sz="1400">
                          <a:latin typeface="Arial"/>
                          <a:ea typeface="Arial"/>
                          <a:cs typeface="Arial"/>
                          <a:sym typeface="Arial"/>
                        </a:rPr>
                        <a:t>N</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A1: Not a triangle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A2: Scalene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A3: Isosceles</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A4: Equilateral</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7350">
                <a:tc>
                  <a:txBody>
                    <a:bodyPr/>
                    <a:lstStyle/>
                    <a:p>
                      <a:pPr indent="0" lvl="0" marL="85090" marR="0" rtl="0" algn="l">
                        <a:lnSpc>
                          <a:spcPct val="100000"/>
                        </a:lnSpc>
                        <a:spcBef>
                          <a:spcPts val="0"/>
                        </a:spcBef>
                        <a:spcAft>
                          <a:spcPts val="0"/>
                        </a:spcAft>
                        <a:buNone/>
                      </a:pPr>
                      <a:r>
                        <a:rPr lang="en-US" sz="1400">
                          <a:latin typeface="Arial"/>
                          <a:ea typeface="Arial"/>
                          <a:cs typeface="Arial"/>
                          <a:sym typeface="Arial"/>
                        </a:rPr>
                        <a:t>A5: Impossible</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400">
                          <a:latin typeface="Arial"/>
                          <a:ea typeface="Arial"/>
                          <a:cs typeface="Arial"/>
                          <a:sym typeface="Arial"/>
                        </a:rPr>
                        <a:t>X</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39" name="Google Shape;339;p34"/>
          <p:cNvSpPr txBox="1"/>
          <p:nvPr/>
        </p:nvSpPr>
        <p:spPr>
          <a:xfrm>
            <a:off x="533196" y="5372811"/>
            <a:ext cx="8034020" cy="75247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2200">
                <a:solidFill>
                  <a:schemeClr val="dk1"/>
                </a:solidFill>
                <a:latin typeface="Arial"/>
                <a:ea typeface="Arial"/>
                <a:cs typeface="Arial"/>
                <a:sym typeface="Arial"/>
              </a:rPr>
              <a:t>If not a triangle, pointless of looking at </a:t>
            </a:r>
            <a:r>
              <a:rPr lang="en-US" sz="2200">
                <a:solidFill>
                  <a:srgbClr val="C00000"/>
                </a:solidFill>
                <a:latin typeface="Arial"/>
                <a:ea typeface="Arial"/>
                <a:cs typeface="Arial"/>
                <a:sym typeface="Arial"/>
              </a:rPr>
              <a:t>C2</a:t>
            </a:r>
            <a:r>
              <a:rPr lang="en-US" sz="2200">
                <a:solidFill>
                  <a:schemeClr val="dk1"/>
                </a:solidFill>
                <a:latin typeface="Arial"/>
                <a:ea typeface="Arial"/>
                <a:cs typeface="Arial"/>
                <a:sym typeface="Arial"/>
              </a:rPr>
              <a:t>,</a:t>
            </a:r>
            <a:r>
              <a:rPr lang="en-US" sz="2200">
                <a:solidFill>
                  <a:srgbClr val="C00000"/>
                </a:solidFill>
                <a:latin typeface="Arial"/>
                <a:ea typeface="Arial"/>
                <a:cs typeface="Arial"/>
                <a:sym typeface="Arial"/>
              </a:rPr>
              <a:t>C3</a:t>
            </a:r>
            <a:r>
              <a:rPr lang="en-US" sz="2200">
                <a:solidFill>
                  <a:schemeClr val="dk1"/>
                </a:solidFill>
                <a:latin typeface="Arial"/>
                <a:ea typeface="Arial"/>
                <a:cs typeface="Arial"/>
                <a:sym typeface="Arial"/>
              </a:rPr>
              <a:t>, or </a:t>
            </a:r>
            <a:r>
              <a:rPr lang="en-US" sz="2200">
                <a:solidFill>
                  <a:srgbClr val="C00000"/>
                </a:solidFill>
                <a:latin typeface="Arial"/>
                <a:ea typeface="Arial"/>
                <a:cs typeface="Arial"/>
                <a:sym typeface="Arial"/>
              </a:rPr>
              <a:t>C4 </a:t>
            </a:r>
            <a:r>
              <a:rPr lang="en-US" sz="2200">
                <a:solidFill>
                  <a:schemeClr val="dk1"/>
                </a:solidFill>
                <a:latin typeface="Arial"/>
                <a:ea typeface="Arial"/>
                <a:cs typeface="Arial"/>
                <a:sym typeface="Arial"/>
              </a:rPr>
              <a:t>(</a:t>
            </a:r>
            <a:r>
              <a:rPr lang="en-US" sz="2200">
                <a:solidFill>
                  <a:srgbClr val="C00000"/>
                </a:solidFill>
                <a:latin typeface="Arial"/>
                <a:ea typeface="Arial"/>
                <a:cs typeface="Arial"/>
                <a:sym typeface="Arial"/>
              </a:rPr>
              <a:t>rule 1</a:t>
            </a:r>
            <a:r>
              <a:rPr lang="en-US" sz="2200">
                <a:solidFill>
                  <a:schemeClr val="dk1"/>
                </a:solidFill>
                <a:latin typeface="Arial"/>
                <a:ea typeface="Arial"/>
                <a:cs typeface="Arial"/>
                <a:sym typeface="Arial"/>
              </a:rPr>
              <a:t>)</a:t>
            </a:r>
            <a:endParaRPr sz="2200">
              <a:solidFill>
                <a:schemeClr val="dk1"/>
              </a:solidFill>
              <a:latin typeface="Arial"/>
              <a:ea typeface="Arial"/>
              <a:cs typeface="Arial"/>
              <a:sym typeface="Arial"/>
            </a:endParaRPr>
          </a:p>
          <a:p>
            <a:pPr indent="0" lvl="0" marL="12700" marR="0" rtl="0" algn="l">
              <a:lnSpc>
                <a:spcPct val="100000"/>
              </a:lnSpc>
              <a:spcBef>
                <a:spcPts val="565"/>
              </a:spcBef>
              <a:spcAft>
                <a:spcPts val="0"/>
              </a:spcAft>
              <a:buNone/>
            </a:pPr>
            <a:r>
              <a:rPr lang="en-US" sz="2200">
                <a:solidFill>
                  <a:schemeClr val="dk1"/>
                </a:solidFill>
                <a:latin typeface="Arial"/>
                <a:ea typeface="Arial"/>
                <a:cs typeface="Arial"/>
                <a:sym typeface="Arial"/>
              </a:rPr>
              <a:t>If </a:t>
            </a:r>
            <a:r>
              <a:rPr lang="en-US" sz="2200">
                <a:solidFill>
                  <a:srgbClr val="C00000"/>
                </a:solidFill>
                <a:latin typeface="Arial"/>
                <a:ea typeface="Arial"/>
                <a:cs typeface="Arial"/>
                <a:sym typeface="Arial"/>
              </a:rPr>
              <a:t>a=c </a:t>
            </a:r>
            <a:r>
              <a:rPr lang="en-US" sz="2200">
                <a:solidFill>
                  <a:schemeClr val="dk1"/>
                </a:solidFill>
                <a:latin typeface="Arial"/>
                <a:ea typeface="Arial"/>
                <a:cs typeface="Arial"/>
                <a:sym typeface="Arial"/>
              </a:rPr>
              <a:t>and </a:t>
            </a:r>
            <a:r>
              <a:rPr lang="en-US" sz="2200">
                <a:solidFill>
                  <a:srgbClr val="C00000"/>
                </a:solidFill>
                <a:latin typeface="Arial"/>
                <a:ea typeface="Arial"/>
                <a:cs typeface="Arial"/>
                <a:sym typeface="Arial"/>
              </a:rPr>
              <a:t>a=b </a:t>
            </a:r>
            <a:r>
              <a:rPr lang="en-US" sz="2200">
                <a:solidFill>
                  <a:schemeClr val="dk1"/>
                </a:solidFill>
                <a:latin typeface="Arial"/>
                <a:ea typeface="Arial"/>
                <a:cs typeface="Arial"/>
                <a:sym typeface="Arial"/>
              </a:rPr>
              <a:t>then the negative entry in </a:t>
            </a:r>
            <a:r>
              <a:rPr lang="en-US" sz="2200">
                <a:solidFill>
                  <a:srgbClr val="C00000"/>
                </a:solidFill>
                <a:latin typeface="Arial"/>
                <a:ea typeface="Arial"/>
                <a:cs typeface="Arial"/>
                <a:sym typeface="Arial"/>
              </a:rPr>
              <a:t>C4 </a:t>
            </a:r>
            <a:r>
              <a:rPr lang="en-US" sz="2200">
                <a:solidFill>
                  <a:schemeClr val="dk1"/>
                </a:solidFill>
                <a:latin typeface="Arial"/>
                <a:ea typeface="Arial"/>
                <a:cs typeface="Arial"/>
                <a:sym typeface="Arial"/>
              </a:rPr>
              <a:t>is impossible (</a:t>
            </a:r>
            <a:r>
              <a:rPr lang="en-US" sz="2200">
                <a:solidFill>
                  <a:srgbClr val="C00000"/>
                </a:solidFill>
                <a:latin typeface="Arial"/>
                <a:ea typeface="Arial"/>
                <a:cs typeface="Arial"/>
                <a:sym typeface="Arial"/>
              </a:rPr>
              <a:t>rule3</a:t>
            </a:r>
            <a:r>
              <a:rPr lang="en-US" sz="2200">
                <a:solidFill>
                  <a:schemeClr val="dk1"/>
                </a:solidFill>
                <a:latin typeface="Arial"/>
                <a:ea typeface="Arial"/>
                <a:cs typeface="Arial"/>
                <a:sym typeface="Arial"/>
              </a:rPr>
              <a:t>)</a:t>
            </a:r>
            <a:endParaRPr sz="22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5"/>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sz="4400"/>
              <a:t>Decision Table vs Test Case Table</a:t>
            </a:r>
            <a:endParaRPr/>
          </a:p>
        </p:txBody>
      </p:sp>
      <p:graphicFrame>
        <p:nvGraphicFramePr>
          <p:cNvPr id="345" name="Google Shape;345;p35"/>
          <p:cNvGraphicFramePr/>
          <p:nvPr/>
        </p:nvGraphicFramePr>
        <p:xfrm>
          <a:off x="347040" y="1099508"/>
          <a:ext cx="3000000" cy="3000000"/>
        </p:xfrm>
        <a:graphic>
          <a:graphicData uri="http://schemas.openxmlformats.org/drawingml/2006/table">
            <a:tbl>
              <a:tblPr bandRow="1" firstRow="1">
                <a:noFill/>
                <a:tableStyleId>{088D9E38-63AB-4F39-8222-83D01DE5195E}</a:tableStyleId>
              </a:tblPr>
              <a:tblGrid>
                <a:gridCol w="1308100"/>
                <a:gridCol w="730375"/>
                <a:gridCol w="396875"/>
                <a:gridCol w="292475"/>
                <a:gridCol w="237500"/>
                <a:gridCol w="451750"/>
                <a:gridCol w="78225"/>
                <a:gridCol w="530100"/>
                <a:gridCol w="81025"/>
                <a:gridCol w="689350"/>
                <a:gridCol w="682700"/>
                <a:gridCol w="695900"/>
                <a:gridCol w="689350"/>
                <a:gridCol w="689225"/>
                <a:gridCol w="689350"/>
              </a:tblGrid>
              <a:tr h="459475">
                <a:tc gridSpan="2">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3">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3</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hMerge="1"/>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92075" marR="0" rtl="0" algn="l">
                        <a:lnSpc>
                          <a:spcPct val="100000"/>
                        </a:lnSpc>
                        <a:spcBef>
                          <a:spcPts val="0"/>
                        </a:spcBef>
                        <a:spcAft>
                          <a:spcPts val="0"/>
                        </a:spcAft>
                        <a:buNone/>
                      </a:pPr>
                      <a:r>
                        <a:rPr b="1" lang="en-US" sz="1200">
                          <a:latin typeface="Arial"/>
                          <a:ea typeface="Arial"/>
                          <a:cs typeface="Arial"/>
                          <a:sym typeface="Arial"/>
                        </a:rPr>
                        <a:t>Rule 6</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7</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8</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9</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r>
              <a:tr h="45935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C1: a, b, c form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C2: a = b?</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6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C3: a = 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C4: b = 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A1: 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6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A2: Scalene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A3: Isosceles</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65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A4: Equilateral</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825">
                <a:tc>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A5: Impossible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F8F679"/>
                    </a:solidFill>
                  </a:tcPr>
                </a:tc>
                <a:tc>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Test Cas</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rPr b="1" lang="en-US" sz="1200">
                          <a:latin typeface="Arial"/>
                          <a:ea typeface="Arial"/>
                          <a:cs typeface="Arial"/>
                          <a:sym typeface="Arial"/>
                        </a:rPr>
                        <a:t>e ID</a:t>
                      </a:r>
                      <a:endParaRPr sz="1200">
                        <a:latin typeface="Arial"/>
                        <a:ea typeface="Arial"/>
                        <a:cs typeface="Arial"/>
                        <a:sym typeface="Arial"/>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a</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b</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Expected Output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257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257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3975">
                <a:tc rowSpan="9">
                  <a:txBody>
                    <a:bodyPr/>
                    <a:lstStyle/>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151765" marR="0" rtl="0" algn="l">
                        <a:lnSpc>
                          <a:spcPct val="100000"/>
                        </a:lnSpc>
                        <a:spcBef>
                          <a:spcPts val="1245"/>
                        </a:spcBef>
                        <a:spcAft>
                          <a:spcPts val="0"/>
                        </a:spcAft>
                        <a:buNone/>
                      </a:pPr>
                      <a:r>
                        <a:rPr lang="en-US" sz="1800">
                          <a:solidFill>
                            <a:srgbClr val="7E7E7E"/>
                          </a:solidFill>
                          <a:latin typeface="Arial"/>
                          <a:ea typeface="Arial"/>
                          <a:cs typeface="Arial"/>
                          <a:sym typeface="Arial"/>
                        </a:rPr>
                        <a:t>23</a:t>
                      </a:r>
                      <a:endParaRPr sz="1800">
                        <a:latin typeface="Arial"/>
                        <a:ea typeface="Arial"/>
                        <a:cs typeface="Arial"/>
                        <a:sym typeface="Arial"/>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rowSpan="9">
                  <a:txBody>
                    <a:bodyPr/>
                    <a:lstStyle/>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tcPr>
                </a:tc>
                <a:tc rowSpan="9" hMerge="1"/>
                <a:tc rowSpan="9" hMerge="1"/>
                <a:tc rowSpan="9" h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DT3</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250">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DT6</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DT7</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DT8</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DT9</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200660"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13334"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6985"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6"/>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sz="4400"/>
              <a:t>Decision Table vs Test Case Table</a:t>
            </a:r>
            <a:endParaRPr/>
          </a:p>
        </p:txBody>
      </p:sp>
      <p:graphicFrame>
        <p:nvGraphicFramePr>
          <p:cNvPr id="351" name="Google Shape;351;p36"/>
          <p:cNvGraphicFramePr/>
          <p:nvPr/>
        </p:nvGraphicFramePr>
        <p:xfrm>
          <a:off x="228600" y="1099508"/>
          <a:ext cx="3000000" cy="3000000"/>
        </p:xfrm>
        <a:graphic>
          <a:graphicData uri="http://schemas.openxmlformats.org/drawingml/2006/table">
            <a:tbl>
              <a:tblPr bandRow="1" firstRow="1">
                <a:noFill/>
                <a:tableStyleId>{088D9E38-63AB-4F39-8222-83D01DE5195E}</a:tableStyleId>
              </a:tblPr>
              <a:tblGrid>
                <a:gridCol w="1308100"/>
                <a:gridCol w="730375"/>
                <a:gridCol w="396875"/>
                <a:gridCol w="292475"/>
                <a:gridCol w="237500"/>
                <a:gridCol w="451750"/>
                <a:gridCol w="78225"/>
                <a:gridCol w="530100"/>
                <a:gridCol w="81025"/>
                <a:gridCol w="689350"/>
                <a:gridCol w="682700"/>
                <a:gridCol w="695900"/>
                <a:gridCol w="689350"/>
                <a:gridCol w="689225"/>
                <a:gridCol w="689350"/>
              </a:tblGrid>
              <a:tr h="459475">
                <a:tc gridSpan="2">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3">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3</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hMerge="1"/>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92075" marR="0" rtl="0" algn="l">
                        <a:lnSpc>
                          <a:spcPct val="100000"/>
                        </a:lnSpc>
                        <a:spcBef>
                          <a:spcPts val="0"/>
                        </a:spcBef>
                        <a:spcAft>
                          <a:spcPts val="0"/>
                        </a:spcAft>
                        <a:buNone/>
                      </a:pPr>
                      <a:r>
                        <a:rPr b="1" lang="en-US" sz="1200">
                          <a:latin typeface="Arial"/>
                          <a:ea typeface="Arial"/>
                          <a:cs typeface="Arial"/>
                          <a:sym typeface="Arial"/>
                        </a:rPr>
                        <a:t>Rule 6</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7</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8</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9</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r>
              <a:tr h="45935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C1: a, b, c form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F</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C2: a = b?</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6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C3: a = 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C4: b = 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A1: 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X</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6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A2: Scalene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A3: Isosceles</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65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A4: Equilateral</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825">
                <a:tc>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A5: Impossible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F8F679"/>
                    </a:solidFill>
                  </a:tcPr>
                </a:tc>
                <a:tc>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Test Cas</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rPr b="1" lang="en-US" sz="1200">
                          <a:latin typeface="Arial"/>
                          <a:ea typeface="Arial"/>
                          <a:cs typeface="Arial"/>
                          <a:sym typeface="Arial"/>
                        </a:rPr>
                        <a:t>e ID</a:t>
                      </a:r>
                      <a:endParaRPr sz="1200">
                        <a:latin typeface="Arial"/>
                        <a:ea typeface="Arial"/>
                        <a:cs typeface="Arial"/>
                        <a:sym typeface="Arial"/>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a</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b</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Expected Output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257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257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3975">
                <a:tc rowSpan="9">
                  <a:txBody>
                    <a:bodyPr/>
                    <a:lstStyle/>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151765" marR="0" rtl="0" algn="l">
                        <a:lnSpc>
                          <a:spcPct val="100000"/>
                        </a:lnSpc>
                        <a:spcBef>
                          <a:spcPts val="1245"/>
                        </a:spcBef>
                        <a:spcAft>
                          <a:spcPts val="0"/>
                        </a:spcAft>
                        <a:buNone/>
                      </a:pPr>
                      <a:r>
                        <a:rPr lang="en-US" sz="1800">
                          <a:solidFill>
                            <a:srgbClr val="7E7E7E"/>
                          </a:solidFill>
                          <a:latin typeface="Arial"/>
                          <a:ea typeface="Arial"/>
                          <a:cs typeface="Arial"/>
                          <a:sym typeface="Arial"/>
                        </a:rPr>
                        <a:t>24</a:t>
                      </a:r>
                      <a:endParaRPr sz="1800">
                        <a:latin typeface="Arial"/>
                        <a:ea typeface="Arial"/>
                        <a:cs typeface="Arial"/>
                        <a:sym typeface="Arial"/>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rowSpan="9">
                  <a:txBody>
                    <a:bodyPr/>
                    <a:lstStyle/>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tcPr>
                </a:tc>
                <a:tc rowSpan="9" hMerge="1"/>
                <a:tc rowSpan="9" hMerge="1"/>
                <a:tc rowSpan="9" h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DT3</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250">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DT6</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DT7</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DT8</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DT9</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200660"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13334"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6985"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7"/>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sz="4400"/>
              <a:t>Decision Table vs Test Case Table</a:t>
            </a:r>
            <a:endParaRPr/>
          </a:p>
        </p:txBody>
      </p:sp>
      <p:graphicFrame>
        <p:nvGraphicFramePr>
          <p:cNvPr id="357" name="Google Shape;357;p37"/>
          <p:cNvGraphicFramePr/>
          <p:nvPr/>
        </p:nvGraphicFramePr>
        <p:xfrm>
          <a:off x="228600" y="1023308"/>
          <a:ext cx="3000000" cy="3000000"/>
        </p:xfrm>
        <a:graphic>
          <a:graphicData uri="http://schemas.openxmlformats.org/drawingml/2006/table">
            <a:tbl>
              <a:tblPr bandRow="1" firstRow="1">
                <a:noFill/>
                <a:tableStyleId>{088D9E38-63AB-4F39-8222-83D01DE5195E}</a:tableStyleId>
              </a:tblPr>
              <a:tblGrid>
                <a:gridCol w="1308100"/>
                <a:gridCol w="730375"/>
                <a:gridCol w="396875"/>
                <a:gridCol w="292475"/>
                <a:gridCol w="237500"/>
                <a:gridCol w="451750"/>
                <a:gridCol w="78225"/>
                <a:gridCol w="530100"/>
                <a:gridCol w="81025"/>
                <a:gridCol w="689350"/>
                <a:gridCol w="682700"/>
                <a:gridCol w="695900"/>
                <a:gridCol w="689350"/>
                <a:gridCol w="689225"/>
                <a:gridCol w="689350"/>
              </a:tblGrid>
              <a:tr h="459475">
                <a:tc gridSpan="2">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3">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3</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hMerge="1"/>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92075" marR="0" rtl="0" algn="l">
                        <a:lnSpc>
                          <a:spcPct val="100000"/>
                        </a:lnSpc>
                        <a:spcBef>
                          <a:spcPts val="0"/>
                        </a:spcBef>
                        <a:spcAft>
                          <a:spcPts val="0"/>
                        </a:spcAft>
                        <a:buNone/>
                      </a:pPr>
                      <a:r>
                        <a:rPr b="1" lang="en-US" sz="1200">
                          <a:latin typeface="Arial"/>
                          <a:ea typeface="Arial"/>
                          <a:cs typeface="Arial"/>
                          <a:sym typeface="Arial"/>
                        </a:rPr>
                        <a:t>Rule 6</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7</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8</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9</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r>
              <a:tr h="45935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C1: a, b, c form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F</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C2: a = b?</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F</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6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C3: a = 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F</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C4: b = 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A1: 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X</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X</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X</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6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A2: Scalene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A3: Isosceles</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65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A4: Equilateral</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825">
                <a:tc>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A5: Impossible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F8F679"/>
                    </a:solidFill>
                  </a:tcPr>
                </a:tc>
                <a:tc>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Test Cas</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rPr b="1" lang="en-US" sz="1200">
                          <a:latin typeface="Arial"/>
                          <a:ea typeface="Arial"/>
                          <a:cs typeface="Arial"/>
                          <a:sym typeface="Arial"/>
                        </a:rPr>
                        <a:t>e ID</a:t>
                      </a:r>
                      <a:endParaRPr sz="1200">
                        <a:latin typeface="Arial"/>
                        <a:ea typeface="Arial"/>
                        <a:cs typeface="Arial"/>
                        <a:sym typeface="Arial"/>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a</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b</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Expected Output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257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257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3975">
                <a:tc rowSpan="9">
                  <a:txBody>
                    <a:bodyPr/>
                    <a:lstStyle/>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151765" marR="0" rtl="0" algn="l">
                        <a:lnSpc>
                          <a:spcPct val="100000"/>
                        </a:lnSpc>
                        <a:spcBef>
                          <a:spcPts val="1245"/>
                        </a:spcBef>
                        <a:spcAft>
                          <a:spcPts val="0"/>
                        </a:spcAft>
                        <a:buNone/>
                      </a:pPr>
                      <a:r>
                        <a:rPr lang="en-US" sz="1800">
                          <a:solidFill>
                            <a:srgbClr val="7E7E7E"/>
                          </a:solidFill>
                          <a:latin typeface="Arial"/>
                          <a:ea typeface="Arial"/>
                          <a:cs typeface="Arial"/>
                          <a:sym typeface="Arial"/>
                        </a:rPr>
                        <a:t>25</a:t>
                      </a:r>
                      <a:endParaRPr sz="1800">
                        <a:latin typeface="Arial"/>
                        <a:ea typeface="Arial"/>
                        <a:cs typeface="Arial"/>
                        <a:sym typeface="Arial"/>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rowSpan="9">
                  <a:txBody>
                    <a:bodyPr/>
                    <a:lstStyle/>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tcPr>
                </a:tc>
                <a:tc rowSpan="9" hMerge="1"/>
                <a:tc rowSpan="9" hMerge="1"/>
                <a:tc rowSpan="9" h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DT3</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250">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DT6</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DT7</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DT8</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DT9</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200660"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13334"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6985"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8"/>
          <p:cNvSpPr txBox="1"/>
          <p:nvPr>
            <p:ph type="title"/>
          </p:nvPr>
        </p:nvSpPr>
        <p:spPr>
          <a:xfrm>
            <a:off x="0" y="0"/>
            <a:ext cx="9144000" cy="677108"/>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sz="4400"/>
              <a:t>Decision Table vs Test Case Table</a:t>
            </a:r>
            <a:endParaRPr/>
          </a:p>
        </p:txBody>
      </p:sp>
      <p:graphicFrame>
        <p:nvGraphicFramePr>
          <p:cNvPr id="363" name="Google Shape;363;p38"/>
          <p:cNvGraphicFramePr/>
          <p:nvPr/>
        </p:nvGraphicFramePr>
        <p:xfrm>
          <a:off x="152400" y="1099508"/>
          <a:ext cx="3000000" cy="3000000"/>
        </p:xfrm>
        <a:graphic>
          <a:graphicData uri="http://schemas.openxmlformats.org/drawingml/2006/table">
            <a:tbl>
              <a:tblPr bandRow="1" firstRow="1">
                <a:noFill/>
                <a:tableStyleId>{088D9E38-63AB-4F39-8222-83D01DE5195E}</a:tableStyleId>
              </a:tblPr>
              <a:tblGrid>
                <a:gridCol w="1308100"/>
                <a:gridCol w="730375"/>
                <a:gridCol w="396875"/>
                <a:gridCol w="292475"/>
                <a:gridCol w="237500"/>
                <a:gridCol w="451750"/>
                <a:gridCol w="78225"/>
                <a:gridCol w="530100"/>
                <a:gridCol w="81025"/>
                <a:gridCol w="689350"/>
                <a:gridCol w="682700"/>
                <a:gridCol w="695900"/>
                <a:gridCol w="689350"/>
                <a:gridCol w="689225"/>
                <a:gridCol w="689350"/>
              </a:tblGrid>
              <a:tr h="459475">
                <a:tc gridSpan="2">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3">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Rule 3</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hMerge="1"/>
                <a:tc>
                  <a:txBody>
                    <a:bodyPr/>
                    <a:lstStyle/>
                    <a:p>
                      <a:pPr indent="0" lvl="0" marL="0" marR="39370" rtl="0" algn="ctr">
                        <a:lnSpc>
                          <a:spcPct val="100000"/>
                        </a:lnSpc>
                        <a:spcBef>
                          <a:spcPts val="0"/>
                        </a:spcBef>
                        <a:spcAft>
                          <a:spcPts val="0"/>
                        </a:spcAft>
                        <a:buNone/>
                      </a:pPr>
                      <a:r>
                        <a:rPr b="1" lang="en-US" sz="1200">
                          <a:latin typeface="Arial"/>
                          <a:ea typeface="Arial"/>
                          <a:cs typeface="Arial"/>
                          <a:sym typeface="Arial"/>
                        </a:rPr>
                        <a:t>Rule 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92075" marR="0" rtl="0" algn="l">
                        <a:lnSpc>
                          <a:spcPct val="100000"/>
                        </a:lnSpc>
                        <a:spcBef>
                          <a:spcPts val="0"/>
                        </a:spcBef>
                        <a:spcAft>
                          <a:spcPts val="0"/>
                        </a:spcAft>
                        <a:buNone/>
                      </a:pPr>
                      <a:r>
                        <a:rPr b="1" lang="en-US" sz="1200">
                          <a:latin typeface="Arial"/>
                          <a:ea typeface="Arial"/>
                          <a:cs typeface="Arial"/>
                          <a:sym typeface="Arial"/>
                        </a:rPr>
                        <a:t>Rule 6</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7</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8</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Rule 9</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r>
              <a:tr h="45935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C1: a, b, c form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F</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C2: a = b?</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F</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6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C3: a = 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F</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C4: b = 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_</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A1: 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X</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X</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X</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6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A2: Scalene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5725">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A3: Isosceles</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6500">
                <a:tc gridSpan="2">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A4: Equilateral</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solidFill>
                      <a:srgbClr val="F8F679"/>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X</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825">
                <a:tc>
                  <a:txBody>
                    <a:bodyPr/>
                    <a:lstStyle/>
                    <a:p>
                      <a:pPr indent="0" lvl="0" marL="84455" marR="0" rtl="0" algn="l">
                        <a:lnSpc>
                          <a:spcPct val="100000"/>
                        </a:lnSpc>
                        <a:spcBef>
                          <a:spcPts val="0"/>
                        </a:spcBef>
                        <a:spcAft>
                          <a:spcPts val="0"/>
                        </a:spcAft>
                        <a:buNone/>
                      </a:pPr>
                      <a:r>
                        <a:rPr lang="en-US" sz="1200">
                          <a:latin typeface="Arial"/>
                          <a:ea typeface="Arial"/>
                          <a:cs typeface="Arial"/>
                          <a:sym typeface="Arial"/>
                        </a:rPr>
                        <a:t>A5: Impossible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F8F679"/>
                    </a:solidFill>
                  </a:tcPr>
                </a:tc>
                <a:tc>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Test Cas</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0" rtl="0" algn="l">
                        <a:lnSpc>
                          <a:spcPct val="100000"/>
                        </a:lnSpc>
                        <a:spcBef>
                          <a:spcPts val="0"/>
                        </a:spcBef>
                        <a:spcAft>
                          <a:spcPts val="0"/>
                        </a:spcAft>
                        <a:buNone/>
                      </a:pPr>
                      <a:r>
                        <a:rPr b="1" lang="en-US" sz="1200">
                          <a:latin typeface="Arial"/>
                          <a:ea typeface="Arial"/>
                          <a:cs typeface="Arial"/>
                          <a:sym typeface="Arial"/>
                        </a:rPr>
                        <a:t>e ID</a:t>
                      </a:r>
                      <a:endParaRPr sz="1200">
                        <a:latin typeface="Arial"/>
                        <a:ea typeface="Arial"/>
                        <a:cs typeface="Arial"/>
                        <a:sym typeface="Arial"/>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gridSpan="2">
                  <a:txBody>
                    <a:bodyPr/>
                    <a:lstStyle/>
                    <a:p>
                      <a:pPr indent="0" lvl="0" marL="85090" marR="0" rtl="0" algn="l">
                        <a:lnSpc>
                          <a:spcPct val="100000"/>
                        </a:lnSpc>
                        <a:spcBef>
                          <a:spcPts val="0"/>
                        </a:spcBef>
                        <a:spcAft>
                          <a:spcPts val="0"/>
                        </a:spcAft>
                        <a:buNone/>
                      </a:pPr>
                      <a:r>
                        <a:rPr b="1" lang="en-US" sz="1200">
                          <a:latin typeface="Arial"/>
                          <a:ea typeface="Arial"/>
                          <a:cs typeface="Arial"/>
                          <a:sym typeface="Arial"/>
                        </a:rPr>
                        <a:t>a</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gridSpan="2">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b</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c</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Expected Output</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257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hMerge="1"/>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257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3975">
                <a:tc rowSpan="9">
                  <a:txBody>
                    <a:bodyPr/>
                    <a:lstStyle/>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151765" marR="0" rtl="0" algn="l">
                        <a:lnSpc>
                          <a:spcPct val="100000"/>
                        </a:lnSpc>
                        <a:spcBef>
                          <a:spcPts val="1245"/>
                        </a:spcBef>
                        <a:spcAft>
                          <a:spcPts val="0"/>
                        </a:spcAft>
                        <a:buNone/>
                      </a:pPr>
                      <a:r>
                        <a:rPr lang="en-US" sz="1800">
                          <a:solidFill>
                            <a:srgbClr val="7E7E7E"/>
                          </a:solidFill>
                          <a:latin typeface="Arial"/>
                          <a:ea typeface="Arial"/>
                          <a:cs typeface="Arial"/>
                          <a:sym typeface="Arial"/>
                        </a:rPr>
                        <a:t>26</a:t>
                      </a:r>
                      <a:endParaRPr sz="1800">
                        <a:latin typeface="Arial"/>
                        <a:ea typeface="Arial"/>
                        <a:cs typeface="Arial"/>
                        <a:sym typeface="Arial"/>
                      </a:endParaRPr>
                    </a:p>
                  </a:txBody>
                  <a:tcPr marT="0" marB="0" marR="0" marL="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rowSpan="9">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tcPr>
                </a:tc>
                <a:tc rowSpan="9" hMerge="1"/>
                <a:tc rowSpan="9" hMerge="1"/>
                <a:tc rowSpan="9" h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DT3</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1</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2</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Not a Triangle</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DT4</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None/>
                      </a:pPr>
                      <a:r>
                        <a:rPr b="1" lang="en-US" sz="1200">
                          <a:latin typeface="Arial"/>
                          <a:ea typeface="Arial"/>
                          <a:cs typeface="Arial"/>
                          <a:sym typeface="Arial"/>
                        </a:rPr>
                        <a:t>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85725" marR="0" rtl="0" algn="l">
                        <a:lnSpc>
                          <a:spcPct val="100000"/>
                        </a:lnSpc>
                        <a:spcBef>
                          <a:spcPts val="0"/>
                        </a:spcBef>
                        <a:spcAft>
                          <a:spcPts val="0"/>
                        </a:spcAft>
                        <a:buNone/>
                      </a:pPr>
                      <a:r>
                        <a:rPr b="1" lang="en-US" sz="1200">
                          <a:latin typeface="Arial"/>
                          <a:ea typeface="Arial"/>
                          <a:cs typeface="Arial"/>
                          <a:sym typeface="Arial"/>
                        </a:rPr>
                        <a:t>Equilateral</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250">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DT5</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DT6</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DT7</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DT8</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r h="274325">
                <a:tc vMerge="1"/>
                <a:tc gridSpan="2">
                  <a:txBody>
                    <a:bodyPr/>
                    <a:lstStyle/>
                    <a:p>
                      <a:pPr indent="0" lvl="0" marL="85090" marR="0" rtl="0" algn="l">
                        <a:lnSpc>
                          <a:spcPct val="100000"/>
                        </a:lnSpc>
                        <a:spcBef>
                          <a:spcPts val="0"/>
                        </a:spcBef>
                        <a:spcAft>
                          <a:spcPts val="0"/>
                        </a:spcAft>
                        <a:buNone/>
                      </a:pPr>
                      <a:r>
                        <a:rPr lang="en-US" sz="1200">
                          <a:latin typeface="Arial"/>
                          <a:ea typeface="Arial"/>
                          <a:cs typeface="Arial"/>
                          <a:sym typeface="Arial"/>
                        </a:rPr>
                        <a:t>DT9</a:t>
                      </a:r>
                      <a:endParaRPr sz="1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hMerge="1"/>
                <a:tc gridSpan="2">
                  <a:txBody>
                    <a:bodyPr/>
                    <a:lstStyle/>
                    <a:p>
                      <a:pPr indent="0" lvl="0" marL="200660" marR="0" rtl="0" algn="l">
                        <a:lnSpc>
                          <a:spcPct val="113055"/>
                        </a:lnSpc>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gridSpan="4" vMerge="1"/>
                <a:tc hMerge="1" vMerge="1"/>
                <a:tc hMerge="1" vMerge="1"/>
                <a:tc hMerge="1" vMerge="1"/>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9"/>
          <p:cNvSpPr txBox="1"/>
          <p:nvPr/>
        </p:nvSpPr>
        <p:spPr>
          <a:xfrm>
            <a:off x="535940" y="1181353"/>
            <a:ext cx="8063230" cy="5058410"/>
          </a:xfrm>
          <a:prstGeom prst="rect">
            <a:avLst/>
          </a:prstGeom>
          <a:noFill/>
          <a:ln>
            <a:noFill/>
          </a:ln>
        </p:spPr>
        <p:txBody>
          <a:bodyPr anchorCtr="0" anchor="t" bIns="0" lIns="0" spcFirstLastPara="1" rIns="0" wrap="square" tIns="0">
            <a:spAutoFit/>
          </a:bodyPr>
          <a:lstStyle/>
          <a:p>
            <a:pPr indent="-342900" lvl="0" marL="355600" marR="5080" rtl="0" algn="l">
              <a:lnSpc>
                <a:spcPct val="10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Problem: when the action entries are different: e.g.,  when C1 is true and both C2 and C3 are false, both rules  4 and 9 are applicable. We can make two observations:</a:t>
            </a:r>
            <a:endParaRPr sz="2400">
              <a:solidFill>
                <a:schemeClr val="dk1"/>
              </a:solidFill>
              <a:latin typeface="Arial"/>
              <a:ea typeface="Arial"/>
              <a:cs typeface="Arial"/>
              <a:sym typeface="Arial"/>
            </a:endParaRPr>
          </a:p>
          <a:p>
            <a:pPr indent="-286385" lvl="1" marL="756285" marR="0" rtl="0" algn="l">
              <a:lnSpc>
                <a:spcPct val="100000"/>
              </a:lnSpc>
              <a:spcBef>
                <a:spcPts val="484"/>
              </a:spcBef>
              <a:spcAft>
                <a:spcPts val="0"/>
              </a:spcAft>
              <a:buClr>
                <a:srgbClr val="000000"/>
              </a:buClr>
              <a:buSzPts val="2000"/>
              <a:buFont typeface="Noto Sans Symbols"/>
              <a:buChar char="▪"/>
            </a:pPr>
            <a:r>
              <a:rPr b="0" i="0" lang="en-US" sz="2000" u="none" cap="none" strike="noStrike">
                <a:solidFill>
                  <a:srgbClr val="C00000"/>
                </a:solidFill>
                <a:latin typeface="Arial"/>
                <a:ea typeface="Arial"/>
                <a:cs typeface="Arial"/>
                <a:sym typeface="Arial"/>
              </a:rPr>
              <a:t>Rules 4 and 9 are inconsistent</a:t>
            </a:r>
            <a:endParaRPr b="0" i="0" sz="2000" u="none" cap="none" strike="noStrike">
              <a:solidFill>
                <a:schemeClr val="dk1"/>
              </a:solidFill>
              <a:latin typeface="Arial"/>
              <a:ea typeface="Arial"/>
              <a:cs typeface="Arial"/>
              <a:sym typeface="Arial"/>
            </a:endParaRPr>
          </a:p>
          <a:p>
            <a:pPr indent="-286385" lvl="1" marL="756285" marR="0" rtl="0" algn="l">
              <a:lnSpc>
                <a:spcPct val="100000"/>
              </a:lnSpc>
              <a:spcBef>
                <a:spcPts val="480"/>
              </a:spcBef>
              <a:spcAft>
                <a:spcPts val="0"/>
              </a:spcAft>
              <a:buClr>
                <a:srgbClr val="000000"/>
              </a:buClr>
              <a:buSzPts val="2000"/>
              <a:buFont typeface="Noto Sans Symbols"/>
              <a:buChar char="▪"/>
            </a:pPr>
            <a:r>
              <a:rPr b="0" i="0" lang="en-US" sz="2000" u="none" cap="none" strike="noStrike">
                <a:solidFill>
                  <a:srgbClr val="C00000"/>
                </a:solidFill>
                <a:latin typeface="Arial"/>
                <a:ea typeface="Arial"/>
                <a:cs typeface="Arial"/>
                <a:sym typeface="Arial"/>
              </a:rPr>
              <a:t>The decision table is nondeterministic</a:t>
            </a:r>
            <a:endParaRPr b="0" i="0" sz="20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chemeClr val="dk1"/>
              </a:solidFill>
              <a:latin typeface="Times New Roman"/>
              <a:ea typeface="Times New Roman"/>
              <a:cs typeface="Times New Roman"/>
              <a:sym typeface="Times New Roman"/>
            </a:endParaRPr>
          </a:p>
          <a:p>
            <a:pPr indent="-342900" lvl="0" marL="355600" marR="161290" rtl="0" algn="l">
              <a:lnSpc>
                <a:spcPct val="100000"/>
              </a:lnSpc>
              <a:spcBef>
                <a:spcPts val="1725"/>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Rules 4 and 9 are inconsistent because the action sets  are different. The whole table is nondeterministic  because there is no way to decide whether to apply rule  4 or rule 9</a:t>
            </a:r>
            <a:endParaRPr sz="2400">
              <a:solidFill>
                <a:schemeClr val="dk1"/>
              </a:solidFill>
              <a:latin typeface="Arial"/>
              <a:ea typeface="Arial"/>
              <a:cs typeface="Arial"/>
              <a:sym typeface="Arial"/>
            </a:endParaRPr>
          </a:p>
          <a:p>
            <a:pPr indent="0" lvl="0" marL="0" marR="0" rtl="0" algn="l">
              <a:lnSpc>
                <a:spcPct val="100000"/>
              </a:lnSpc>
              <a:spcBef>
                <a:spcPts val="9"/>
              </a:spcBef>
              <a:spcAft>
                <a:spcPts val="0"/>
              </a:spcAft>
              <a:buClr>
                <a:schemeClr val="dk1"/>
              </a:buClr>
              <a:buSzPts val="3500"/>
              <a:buFont typeface="Noto Sans Symbols"/>
              <a:buNone/>
            </a:pPr>
            <a:r>
              <a:t/>
            </a:r>
            <a:endParaRPr sz="3500">
              <a:solidFill>
                <a:schemeClr val="dk1"/>
              </a:solidFill>
              <a:latin typeface="Times New Roman"/>
              <a:ea typeface="Times New Roman"/>
              <a:cs typeface="Times New Roman"/>
              <a:sym typeface="Times New Roman"/>
            </a:endParaRPr>
          </a:p>
          <a:p>
            <a:pPr indent="-342900" lvl="0" marL="355600" marR="121920" rtl="0" algn="l">
              <a:lnSpc>
                <a:spcPct val="10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Thus care should be taken when don’t care entries used  in a decision table</a:t>
            </a:r>
            <a:endParaRPr sz="2400">
              <a:solidFill>
                <a:schemeClr val="dk1"/>
              </a:solidFill>
              <a:latin typeface="Arial"/>
              <a:ea typeface="Arial"/>
              <a:cs typeface="Arial"/>
              <a:sym typeface="Arial"/>
            </a:endParaRPr>
          </a:p>
        </p:txBody>
      </p:sp>
      <p:sp>
        <p:nvSpPr>
          <p:cNvPr id="369" name="Google Shape;369;p39"/>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Nondeterministic Table</a:t>
            </a:r>
            <a:endParaRPr/>
          </a:p>
        </p:txBody>
      </p:sp>
      <p:sp>
        <p:nvSpPr>
          <p:cNvPr id="370" name="Google Shape;370;p39"/>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0"/>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Nondeterministic Table</a:t>
            </a:r>
            <a:endParaRPr/>
          </a:p>
        </p:txBody>
      </p:sp>
      <p:sp>
        <p:nvSpPr>
          <p:cNvPr id="376" name="Google Shape;376;p40"/>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graphicFrame>
        <p:nvGraphicFramePr>
          <p:cNvPr id="377" name="Google Shape;377;p40"/>
          <p:cNvGraphicFramePr/>
          <p:nvPr/>
        </p:nvGraphicFramePr>
        <p:xfrm>
          <a:off x="1365250" y="1974850"/>
          <a:ext cx="3000000" cy="3000000"/>
        </p:xfrm>
        <a:graphic>
          <a:graphicData uri="http://schemas.openxmlformats.org/drawingml/2006/table">
            <a:tbl>
              <a:tblPr bandRow="1" firstRow="1">
                <a:noFill/>
                <a:tableStyleId>{088D9E38-63AB-4F39-8222-83D01DE5195E}</a:tableStyleId>
              </a:tblPr>
              <a:tblGrid>
                <a:gridCol w="913900"/>
                <a:gridCol w="913775"/>
                <a:gridCol w="913900"/>
                <a:gridCol w="913900"/>
                <a:gridCol w="913775"/>
                <a:gridCol w="913900"/>
                <a:gridCol w="913900"/>
              </a:tblGrid>
              <a:tr h="381000">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lang="en-US" sz="1800">
                          <a:latin typeface="Arial"/>
                          <a:ea typeface="Arial"/>
                          <a:cs typeface="Arial"/>
                          <a:sym typeface="Arial"/>
                        </a:rPr>
                        <a:t>Rule 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635" marR="0" rtl="0" algn="ctr">
                        <a:lnSpc>
                          <a:spcPct val="100000"/>
                        </a:lnSpc>
                        <a:spcBef>
                          <a:spcPts val="0"/>
                        </a:spcBef>
                        <a:spcAft>
                          <a:spcPts val="0"/>
                        </a:spcAft>
                        <a:buNone/>
                      </a:pPr>
                      <a:r>
                        <a:rPr lang="en-US" sz="1800">
                          <a:latin typeface="Arial"/>
                          <a:ea typeface="Arial"/>
                          <a:cs typeface="Arial"/>
                          <a:sym typeface="Arial"/>
                        </a:rPr>
                        <a:t>Rule 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1270" marR="0" rtl="0" algn="ctr">
                        <a:lnSpc>
                          <a:spcPct val="100000"/>
                        </a:lnSpc>
                        <a:spcBef>
                          <a:spcPts val="0"/>
                        </a:spcBef>
                        <a:spcAft>
                          <a:spcPts val="0"/>
                        </a:spcAft>
                        <a:buNone/>
                      </a:pPr>
                      <a:r>
                        <a:rPr lang="en-US" sz="1800">
                          <a:latin typeface="Arial"/>
                          <a:ea typeface="Arial"/>
                          <a:cs typeface="Arial"/>
                          <a:sym typeface="Arial"/>
                        </a:rPr>
                        <a:t>Rule 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Rule 4</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Rule 5</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Rule 6</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63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63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63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1"/>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Nondeterministic Table</a:t>
            </a:r>
            <a:endParaRPr/>
          </a:p>
        </p:txBody>
      </p:sp>
      <p:sp>
        <p:nvSpPr>
          <p:cNvPr id="383" name="Google Shape;383;p41"/>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graphicFrame>
        <p:nvGraphicFramePr>
          <p:cNvPr id="384" name="Google Shape;384;p41"/>
          <p:cNvGraphicFramePr/>
          <p:nvPr/>
        </p:nvGraphicFramePr>
        <p:xfrm>
          <a:off x="1365250" y="1974850"/>
          <a:ext cx="3000000" cy="3000000"/>
        </p:xfrm>
        <a:graphic>
          <a:graphicData uri="http://schemas.openxmlformats.org/drawingml/2006/table">
            <a:tbl>
              <a:tblPr bandRow="1" firstRow="1">
                <a:noFill/>
                <a:tableStyleId>{088D9E38-63AB-4F39-8222-83D01DE5195E}</a:tableStyleId>
              </a:tblPr>
              <a:tblGrid>
                <a:gridCol w="913900"/>
                <a:gridCol w="913775"/>
                <a:gridCol w="913900"/>
                <a:gridCol w="913900"/>
                <a:gridCol w="913775"/>
                <a:gridCol w="913900"/>
                <a:gridCol w="913900"/>
              </a:tblGrid>
              <a:tr h="381000">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lang="en-US" sz="1800">
                          <a:latin typeface="Arial"/>
                          <a:ea typeface="Arial"/>
                          <a:cs typeface="Arial"/>
                          <a:sym typeface="Arial"/>
                        </a:rPr>
                        <a:t>Rule 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635" marR="0" rtl="0" algn="ctr">
                        <a:lnSpc>
                          <a:spcPct val="100000"/>
                        </a:lnSpc>
                        <a:spcBef>
                          <a:spcPts val="0"/>
                        </a:spcBef>
                        <a:spcAft>
                          <a:spcPts val="0"/>
                        </a:spcAft>
                        <a:buNone/>
                      </a:pPr>
                      <a:r>
                        <a:rPr lang="en-US" sz="1800">
                          <a:latin typeface="Arial"/>
                          <a:ea typeface="Arial"/>
                          <a:cs typeface="Arial"/>
                          <a:sym typeface="Arial"/>
                        </a:rPr>
                        <a:t>Rule 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1270" marR="0" rtl="0" algn="ctr">
                        <a:lnSpc>
                          <a:spcPct val="100000"/>
                        </a:lnSpc>
                        <a:spcBef>
                          <a:spcPts val="0"/>
                        </a:spcBef>
                        <a:spcAft>
                          <a:spcPts val="0"/>
                        </a:spcAft>
                        <a:buNone/>
                      </a:pPr>
                      <a:r>
                        <a:rPr lang="en-US" sz="1800">
                          <a:latin typeface="Arial"/>
                          <a:ea typeface="Arial"/>
                          <a:cs typeface="Arial"/>
                          <a:sym typeface="Arial"/>
                        </a:rPr>
                        <a:t>Rule 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Rule 4</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Rule 5</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Rule 6</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63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63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a:latin typeface="Arial"/>
                          <a:ea typeface="Arial"/>
                          <a:cs typeface="Arial"/>
                          <a:sym typeface="Arial"/>
                        </a:rPr>
                        <a:t>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DF4"/>
                    </a:solidFill>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DF4"/>
                    </a:solidFill>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63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DF4"/>
                    </a:solidFill>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DF4"/>
                    </a:solidFill>
                  </a:tcPr>
                </a:tc>
              </a:tr>
              <a:tr h="381000">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DF4"/>
                    </a:solidFill>
                  </a:tcPr>
                </a:tc>
                <a:tc>
                  <a:txBody>
                    <a:bodyPr/>
                    <a:lstStyle/>
                    <a:p>
                      <a:pPr indent="0" lvl="0" marL="1270"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_</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DF4"/>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2"/>
          <p:cNvSpPr txBox="1"/>
          <p:nvPr>
            <p:ph idx="1" type="body"/>
          </p:nvPr>
        </p:nvSpPr>
        <p:spPr>
          <a:xfrm>
            <a:off x="535941" y="1542814"/>
            <a:ext cx="8072119" cy="3231654"/>
          </a:xfrm>
          <a:prstGeom prst="rect">
            <a:avLst/>
          </a:prstGeom>
          <a:noFill/>
          <a:ln>
            <a:noFill/>
          </a:ln>
        </p:spPr>
        <p:txBody>
          <a:bodyPr anchorCtr="0" anchor="t" bIns="0" lIns="0" spcFirstLastPara="1" rIns="0" wrap="square" tIns="0">
            <a:spAutoFit/>
          </a:bodyPr>
          <a:lstStyle/>
          <a:p>
            <a:pPr indent="-342900" lvl="0" marL="355600" marR="5080" rtl="0" algn="just">
              <a:lnSpc>
                <a:spcPct val="100000"/>
              </a:lnSpc>
              <a:spcBef>
                <a:spcPts val="0"/>
              </a:spcBef>
              <a:spcAft>
                <a:spcPts val="0"/>
              </a:spcAft>
              <a:buClr>
                <a:schemeClr val="dk1"/>
              </a:buClr>
              <a:buSzPts val="3000"/>
              <a:buFont typeface="Noto Sans Symbols"/>
              <a:buChar char="▪"/>
            </a:pPr>
            <a:r>
              <a:rPr lang="en-US"/>
              <a:t>Decision table testing can be used whenever  the system must implement </a:t>
            </a:r>
            <a:r>
              <a:rPr lang="en-US">
                <a:solidFill>
                  <a:srgbClr val="C00000"/>
                </a:solidFill>
              </a:rPr>
              <a:t>complex  business rules </a:t>
            </a:r>
            <a:r>
              <a:rPr lang="en-US"/>
              <a:t>when these rules can be  represented as a </a:t>
            </a:r>
            <a:r>
              <a:rPr lang="en-US">
                <a:solidFill>
                  <a:srgbClr val="C00000"/>
                </a:solidFill>
              </a:rPr>
              <a:t>combination of conditions  </a:t>
            </a:r>
            <a:r>
              <a:rPr lang="en-US"/>
              <a:t>and when these conditions have </a:t>
            </a:r>
            <a:r>
              <a:rPr lang="en-US">
                <a:solidFill>
                  <a:srgbClr val="C00000"/>
                </a:solidFill>
              </a:rPr>
              <a:t>discrete  actions </a:t>
            </a:r>
            <a:r>
              <a:rPr lang="en-US"/>
              <a:t>associated with them</a:t>
            </a:r>
            <a:endParaRPr/>
          </a:p>
        </p:txBody>
      </p:sp>
      <p:sp>
        <p:nvSpPr>
          <p:cNvPr id="390" name="Google Shape;390;p42"/>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Applicability</a:t>
            </a:r>
            <a:endParaRPr/>
          </a:p>
        </p:txBody>
      </p:sp>
      <p:sp>
        <p:nvSpPr>
          <p:cNvPr id="391" name="Google Shape;391;p42"/>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5" name="Shape 395"/>
        <p:cNvGrpSpPr/>
        <p:nvPr/>
      </p:nvGrpSpPr>
      <p:grpSpPr>
        <a:xfrm>
          <a:off x="0" y="0"/>
          <a:ext cx="0" cy="0"/>
          <a:chOff x="0" y="0"/>
          <a:chExt cx="0" cy="0"/>
        </a:xfrm>
      </p:grpSpPr>
      <p:sp>
        <p:nvSpPr>
          <p:cNvPr id="396" name="Google Shape;396;p43"/>
          <p:cNvSpPr txBox="1"/>
          <p:nvPr/>
        </p:nvSpPr>
        <p:spPr>
          <a:xfrm>
            <a:off x="0" y="1228896"/>
            <a:ext cx="9144000" cy="4773102"/>
          </a:xfrm>
          <a:prstGeom prst="rect">
            <a:avLst/>
          </a:prstGeom>
          <a:noFill/>
          <a:ln>
            <a:noFill/>
          </a:ln>
        </p:spPr>
        <p:txBody>
          <a:bodyPr anchorCtr="0" anchor="t" bIns="0" lIns="0" spcFirstLastPara="1" rIns="0" wrap="square" tIns="0">
            <a:spAutoFit/>
          </a:bodyPr>
          <a:lstStyle/>
          <a:p>
            <a:pPr indent="-342900" lvl="0" marL="355600" marR="50165" rtl="0" algn="just">
              <a:spcBef>
                <a:spcPts val="0"/>
              </a:spcBef>
              <a:spcAft>
                <a:spcPts val="0"/>
              </a:spcAft>
              <a:buClr>
                <a:schemeClr val="dk1"/>
              </a:buClr>
              <a:buSzPts val="2500"/>
              <a:buFont typeface="Noto Sans Symbols"/>
              <a:buChar char="▪"/>
            </a:pPr>
            <a:r>
              <a:rPr b="1" lang="en-US" sz="2500">
                <a:solidFill>
                  <a:schemeClr val="dk1"/>
                </a:solidFill>
                <a:latin typeface="Arial"/>
                <a:ea typeface="Arial"/>
                <a:cs typeface="Arial"/>
                <a:sym typeface="Arial"/>
              </a:rPr>
              <a:t>Scenario: </a:t>
            </a:r>
            <a:r>
              <a:rPr lang="en-US" sz="2500">
                <a:solidFill>
                  <a:schemeClr val="dk1"/>
                </a:solidFill>
                <a:latin typeface="Arial"/>
                <a:ea typeface="Arial"/>
                <a:cs typeface="Arial"/>
                <a:sym typeface="Arial"/>
              </a:rPr>
              <a:t>A marketing company wishes to construct a decision table to decide how to treat clients according to three characteristics:</a:t>
            </a:r>
            <a:endParaRPr sz="2500">
              <a:solidFill>
                <a:schemeClr val="dk1"/>
              </a:solidFill>
              <a:latin typeface="Arial"/>
              <a:ea typeface="Arial"/>
              <a:cs typeface="Arial"/>
              <a:sym typeface="Arial"/>
            </a:endParaRPr>
          </a:p>
          <a:p>
            <a:pPr indent="-286385" lvl="1" marL="756285" marR="0" rtl="0" algn="just">
              <a:spcBef>
                <a:spcPts val="530"/>
              </a:spcBef>
              <a:spcAft>
                <a:spcPts val="0"/>
              </a:spcAft>
              <a:buClr>
                <a:srgbClr val="C00000"/>
              </a:buClr>
              <a:buSzPts val="2200"/>
              <a:buFont typeface="Noto Sans Symbols"/>
              <a:buChar char="▪"/>
            </a:pPr>
            <a:r>
              <a:rPr b="0" i="0" lang="en-US" sz="2200" u="none" cap="none" strike="noStrike">
                <a:solidFill>
                  <a:srgbClr val="C00000"/>
                </a:solidFill>
                <a:latin typeface="Arial"/>
                <a:ea typeface="Arial"/>
                <a:cs typeface="Arial"/>
                <a:sym typeface="Arial"/>
              </a:rPr>
              <a:t>Gender</a:t>
            </a:r>
            <a:endParaRPr b="0" i="0" sz="2200" u="none" cap="none" strike="noStrike">
              <a:solidFill>
                <a:schemeClr val="dk1"/>
              </a:solidFill>
              <a:latin typeface="Arial"/>
              <a:ea typeface="Arial"/>
              <a:cs typeface="Arial"/>
              <a:sym typeface="Arial"/>
            </a:endParaRPr>
          </a:p>
          <a:p>
            <a:pPr indent="-286385" lvl="1" marL="756285" marR="0" rtl="0" algn="just">
              <a:spcBef>
                <a:spcPts val="525"/>
              </a:spcBef>
              <a:spcAft>
                <a:spcPts val="0"/>
              </a:spcAft>
              <a:buClr>
                <a:srgbClr val="C00000"/>
              </a:buClr>
              <a:buSzPts val="2200"/>
              <a:buFont typeface="Noto Sans Symbols"/>
              <a:buChar char="▪"/>
            </a:pPr>
            <a:r>
              <a:rPr b="0" i="0" lang="en-US" sz="2200" u="none" cap="none" strike="noStrike">
                <a:solidFill>
                  <a:srgbClr val="C00000"/>
                </a:solidFill>
                <a:latin typeface="Arial"/>
                <a:ea typeface="Arial"/>
                <a:cs typeface="Arial"/>
                <a:sym typeface="Arial"/>
              </a:rPr>
              <a:t>City Dweller</a:t>
            </a:r>
            <a:endParaRPr b="0" i="0" sz="2200" u="none" cap="none" strike="noStrike">
              <a:solidFill>
                <a:schemeClr val="dk1"/>
              </a:solidFill>
              <a:latin typeface="Arial"/>
              <a:ea typeface="Arial"/>
              <a:cs typeface="Arial"/>
              <a:sym typeface="Arial"/>
            </a:endParaRPr>
          </a:p>
          <a:p>
            <a:pPr indent="-286385" lvl="1" marL="756285" marR="0" rtl="0" algn="just">
              <a:spcBef>
                <a:spcPts val="525"/>
              </a:spcBef>
              <a:spcAft>
                <a:spcPts val="0"/>
              </a:spcAft>
              <a:buClr>
                <a:srgbClr val="C00000"/>
              </a:buClr>
              <a:buSzPts val="2200"/>
              <a:buFont typeface="Noto Sans Symbols"/>
              <a:buChar char="▪"/>
            </a:pPr>
            <a:r>
              <a:rPr b="0" i="0" lang="en-US" sz="2200" u="none" cap="none" strike="noStrike">
                <a:solidFill>
                  <a:srgbClr val="C00000"/>
                </a:solidFill>
                <a:latin typeface="Arial"/>
                <a:ea typeface="Arial"/>
                <a:cs typeface="Arial"/>
                <a:sym typeface="Arial"/>
              </a:rPr>
              <a:t>age group: A(under 30), B(between 30 and 60), C(over 60)</a:t>
            </a:r>
            <a:endParaRPr b="0" i="0" sz="2200" u="none" cap="none" strike="noStrike">
              <a:solidFill>
                <a:schemeClr val="dk1"/>
              </a:solidFill>
              <a:latin typeface="Arial"/>
              <a:ea typeface="Arial"/>
              <a:cs typeface="Arial"/>
              <a:sym typeface="Arial"/>
            </a:endParaRPr>
          </a:p>
          <a:p>
            <a:pPr indent="-342900" lvl="0" marL="355600" marR="5080" rtl="0" algn="just">
              <a:spcBef>
                <a:spcPts val="600"/>
              </a:spcBef>
              <a:spcAft>
                <a:spcPts val="0"/>
              </a:spcAft>
              <a:buClr>
                <a:schemeClr val="dk1"/>
              </a:buClr>
              <a:buSzPts val="2500"/>
              <a:buFont typeface="Noto Sans Symbols"/>
              <a:buChar char="▪"/>
            </a:pPr>
            <a:r>
              <a:rPr lang="en-US" sz="2500">
                <a:solidFill>
                  <a:schemeClr val="dk1"/>
                </a:solidFill>
                <a:latin typeface="Arial"/>
                <a:ea typeface="Arial"/>
                <a:cs typeface="Arial"/>
                <a:sym typeface="Arial"/>
              </a:rPr>
              <a:t>The company has </a:t>
            </a:r>
            <a:r>
              <a:rPr lang="en-US" sz="2500" u="sng">
                <a:solidFill>
                  <a:schemeClr val="dk1"/>
                </a:solidFill>
                <a:latin typeface="Arial"/>
                <a:ea typeface="Arial"/>
                <a:cs typeface="Arial"/>
                <a:sym typeface="Arial"/>
              </a:rPr>
              <a:t>four products </a:t>
            </a:r>
            <a:r>
              <a:rPr lang="en-US" sz="2500">
                <a:solidFill>
                  <a:schemeClr val="dk1"/>
                </a:solidFill>
                <a:latin typeface="Arial"/>
                <a:ea typeface="Arial"/>
                <a:cs typeface="Arial"/>
                <a:sym typeface="Arial"/>
              </a:rPr>
              <a:t>(W, X, Y and Z) to test market</a:t>
            </a:r>
            <a:endParaRPr sz="2500">
              <a:solidFill>
                <a:schemeClr val="dk1"/>
              </a:solidFill>
              <a:latin typeface="Arial"/>
              <a:ea typeface="Arial"/>
              <a:cs typeface="Arial"/>
              <a:sym typeface="Arial"/>
            </a:endParaRPr>
          </a:p>
          <a:p>
            <a:pPr indent="-286385" lvl="1" marL="756285" marR="0" rtl="0" algn="just">
              <a:spcBef>
                <a:spcPts val="525"/>
              </a:spcBef>
              <a:spcAft>
                <a:spcPts val="0"/>
              </a:spcAft>
              <a:buClr>
                <a:schemeClr val="dk1"/>
              </a:buClr>
              <a:buSzPts val="2200"/>
              <a:buFont typeface="Noto Sans Symbols"/>
              <a:buChar char="▪"/>
            </a:pPr>
            <a:r>
              <a:rPr b="0" i="0" lang="en-US" sz="2200" u="none" cap="none" strike="noStrike">
                <a:solidFill>
                  <a:schemeClr val="dk1"/>
                </a:solidFill>
                <a:latin typeface="Arial"/>
                <a:ea typeface="Arial"/>
                <a:cs typeface="Arial"/>
                <a:sym typeface="Arial"/>
              </a:rPr>
              <a:t>Product </a:t>
            </a:r>
            <a:r>
              <a:rPr b="0" i="0" lang="en-US" sz="2200" u="none" cap="none" strike="noStrike">
                <a:solidFill>
                  <a:srgbClr val="C00000"/>
                </a:solidFill>
                <a:latin typeface="Arial"/>
                <a:ea typeface="Arial"/>
                <a:cs typeface="Arial"/>
                <a:sym typeface="Arial"/>
              </a:rPr>
              <a:t>W </a:t>
            </a:r>
            <a:r>
              <a:rPr b="0" i="0" lang="en-US" sz="2200" u="none" cap="none" strike="noStrike">
                <a:solidFill>
                  <a:schemeClr val="dk1"/>
                </a:solidFill>
                <a:latin typeface="Arial"/>
                <a:ea typeface="Arial"/>
                <a:cs typeface="Arial"/>
                <a:sym typeface="Arial"/>
              </a:rPr>
              <a:t>will appeal to </a:t>
            </a:r>
            <a:r>
              <a:rPr b="0" i="0" lang="en-US" sz="2200" u="none" cap="none" strike="noStrike">
                <a:solidFill>
                  <a:srgbClr val="C00000"/>
                </a:solidFill>
                <a:latin typeface="Arial"/>
                <a:ea typeface="Arial"/>
                <a:cs typeface="Arial"/>
                <a:sym typeface="Arial"/>
              </a:rPr>
              <a:t>male city dwellers</a:t>
            </a:r>
            <a:r>
              <a:rPr b="0" i="0" lang="en-US" sz="2200" u="none" cap="none" strike="noStrike">
                <a:solidFill>
                  <a:schemeClr val="dk1"/>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a:p>
            <a:pPr indent="-286385" lvl="1" marL="756285" marR="0" rtl="0" algn="just">
              <a:spcBef>
                <a:spcPts val="525"/>
              </a:spcBef>
              <a:spcAft>
                <a:spcPts val="0"/>
              </a:spcAft>
              <a:buClr>
                <a:schemeClr val="dk1"/>
              </a:buClr>
              <a:buSzPts val="2200"/>
              <a:buFont typeface="Noto Sans Symbols"/>
              <a:buChar char="▪"/>
            </a:pPr>
            <a:r>
              <a:rPr b="0" i="0" lang="en-US" sz="2200" u="none" cap="none" strike="noStrike">
                <a:solidFill>
                  <a:schemeClr val="dk1"/>
                </a:solidFill>
                <a:latin typeface="Arial"/>
                <a:ea typeface="Arial"/>
                <a:cs typeface="Arial"/>
                <a:sym typeface="Arial"/>
              </a:rPr>
              <a:t>Product </a:t>
            </a:r>
            <a:r>
              <a:rPr b="0" i="0" lang="en-US" sz="2200" u="none" cap="none" strike="noStrike">
                <a:solidFill>
                  <a:srgbClr val="C00000"/>
                </a:solidFill>
                <a:latin typeface="Arial"/>
                <a:ea typeface="Arial"/>
                <a:cs typeface="Arial"/>
                <a:sym typeface="Arial"/>
              </a:rPr>
              <a:t>X </a:t>
            </a:r>
            <a:r>
              <a:rPr b="0" i="0" lang="en-US" sz="2200" u="none" cap="none" strike="noStrike">
                <a:solidFill>
                  <a:schemeClr val="dk1"/>
                </a:solidFill>
                <a:latin typeface="Arial"/>
                <a:ea typeface="Arial"/>
                <a:cs typeface="Arial"/>
                <a:sym typeface="Arial"/>
              </a:rPr>
              <a:t>will appeal to </a:t>
            </a:r>
            <a:r>
              <a:rPr b="0" i="0" lang="en-US" sz="2200" u="none" cap="none" strike="noStrike">
                <a:solidFill>
                  <a:srgbClr val="C00000"/>
                </a:solidFill>
                <a:latin typeface="Arial"/>
                <a:ea typeface="Arial"/>
                <a:cs typeface="Arial"/>
                <a:sym typeface="Arial"/>
              </a:rPr>
              <a:t>young males</a:t>
            </a:r>
            <a:r>
              <a:rPr b="0" i="0" lang="en-US" sz="2200" u="none" cap="none" strike="noStrike">
                <a:solidFill>
                  <a:schemeClr val="dk1"/>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a:p>
            <a:pPr indent="-286385" lvl="1" marL="756285" marR="522605" rtl="0" algn="just">
              <a:spcBef>
                <a:spcPts val="530"/>
              </a:spcBef>
              <a:spcAft>
                <a:spcPts val="0"/>
              </a:spcAft>
              <a:buClr>
                <a:schemeClr val="dk1"/>
              </a:buClr>
              <a:buSzPts val="2200"/>
              <a:buFont typeface="Noto Sans Symbols"/>
              <a:buChar char="▪"/>
            </a:pPr>
            <a:r>
              <a:rPr b="0" i="0" lang="en-US" sz="2200" u="none" cap="none" strike="noStrike">
                <a:solidFill>
                  <a:schemeClr val="dk1"/>
                </a:solidFill>
                <a:latin typeface="Arial"/>
                <a:ea typeface="Arial"/>
                <a:cs typeface="Arial"/>
                <a:sym typeface="Arial"/>
              </a:rPr>
              <a:t>Product </a:t>
            </a:r>
            <a:r>
              <a:rPr b="0" i="0" lang="en-US" sz="2200" u="none" cap="none" strike="noStrike">
                <a:solidFill>
                  <a:srgbClr val="C00000"/>
                </a:solidFill>
                <a:latin typeface="Arial"/>
                <a:ea typeface="Arial"/>
                <a:cs typeface="Arial"/>
                <a:sym typeface="Arial"/>
              </a:rPr>
              <a:t>Y </a:t>
            </a:r>
            <a:r>
              <a:rPr b="0" i="0" lang="en-US" sz="2200" u="none" cap="none" strike="noStrike">
                <a:solidFill>
                  <a:schemeClr val="dk1"/>
                </a:solidFill>
                <a:latin typeface="Arial"/>
                <a:ea typeface="Arial"/>
                <a:cs typeface="Arial"/>
                <a:sym typeface="Arial"/>
              </a:rPr>
              <a:t>will appeal to </a:t>
            </a:r>
            <a:r>
              <a:rPr b="0" i="0" lang="en-US" sz="2200" u="none" cap="none" strike="noStrike">
                <a:solidFill>
                  <a:srgbClr val="C00000"/>
                </a:solidFill>
                <a:latin typeface="Arial"/>
                <a:ea typeface="Arial"/>
                <a:cs typeface="Arial"/>
                <a:sym typeface="Arial"/>
              </a:rPr>
              <a:t>Female middle aged </a:t>
            </a:r>
            <a:r>
              <a:rPr b="0" i="0" lang="en-US" sz="2200" u="none" cap="none" strike="noStrike">
                <a:solidFill>
                  <a:schemeClr val="dk1"/>
                </a:solidFill>
                <a:latin typeface="Arial"/>
                <a:ea typeface="Arial"/>
                <a:cs typeface="Arial"/>
                <a:sym typeface="Arial"/>
              </a:rPr>
              <a:t>shoppers who </a:t>
            </a:r>
            <a:r>
              <a:rPr b="0" i="0" lang="en-US" sz="2200" u="none" cap="none" strike="noStrike">
                <a:solidFill>
                  <a:srgbClr val="C00000"/>
                </a:solidFill>
                <a:latin typeface="Arial"/>
                <a:ea typeface="Arial"/>
                <a:cs typeface="Arial"/>
                <a:sym typeface="Arial"/>
              </a:rPr>
              <a:t>do not live in cities</a:t>
            </a:r>
            <a:r>
              <a:rPr b="0" i="0" lang="en-US" sz="2200" u="none" cap="none" strike="noStrike">
                <a:solidFill>
                  <a:schemeClr val="dk1"/>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a:p>
            <a:pPr indent="-286385" lvl="1" marL="756285" marR="0" rtl="0" algn="just">
              <a:spcBef>
                <a:spcPts val="525"/>
              </a:spcBef>
              <a:spcAft>
                <a:spcPts val="0"/>
              </a:spcAft>
              <a:buClr>
                <a:schemeClr val="dk1"/>
              </a:buClr>
              <a:buSzPts val="2200"/>
              <a:buFont typeface="Noto Sans Symbols"/>
              <a:buChar char="▪"/>
            </a:pPr>
            <a:r>
              <a:rPr b="0" i="0" lang="en-US" sz="2200" u="none" cap="none" strike="noStrike">
                <a:solidFill>
                  <a:schemeClr val="dk1"/>
                </a:solidFill>
                <a:latin typeface="Arial"/>
                <a:ea typeface="Arial"/>
                <a:cs typeface="Arial"/>
                <a:sym typeface="Arial"/>
              </a:rPr>
              <a:t>Product </a:t>
            </a:r>
            <a:r>
              <a:rPr b="0" i="0" lang="en-US" sz="2200" u="none" cap="none" strike="noStrike">
                <a:solidFill>
                  <a:srgbClr val="C00000"/>
                </a:solidFill>
                <a:latin typeface="Arial"/>
                <a:ea typeface="Arial"/>
                <a:cs typeface="Arial"/>
                <a:sym typeface="Arial"/>
              </a:rPr>
              <a:t>Z </a:t>
            </a:r>
            <a:r>
              <a:rPr b="0" i="0" lang="en-US" sz="2200" u="none" cap="none" strike="noStrike">
                <a:solidFill>
                  <a:schemeClr val="dk1"/>
                </a:solidFill>
                <a:latin typeface="Arial"/>
                <a:ea typeface="Arial"/>
                <a:cs typeface="Arial"/>
                <a:sym typeface="Arial"/>
              </a:rPr>
              <a:t>will appeal to </a:t>
            </a:r>
            <a:r>
              <a:rPr b="0" i="0" lang="en-US" sz="2200" u="none" cap="none" strike="noStrike">
                <a:solidFill>
                  <a:srgbClr val="C00000"/>
                </a:solidFill>
                <a:latin typeface="Arial"/>
                <a:ea typeface="Arial"/>
                <a:cs typeface="Arial"/>
                <a:sym typeface="Arial"/>
              </a:rPr>
              <a:t>all but older males</a:t>
            </a:r>
            <a:endParaRPr b="0" i="0" sz="2200" u="none" cap="none" strike="noStrike">
              <a:solidFill>
                <a:schemeClr val="dk1"/>
              </a:solidFill>
              <a:latin typeface="Arial"/>
              <a:ea typeface="Arial"/>
              <a:cs typeface="Arial"/>
              <a:sym typeface="Arial"/>
            </a:endParaRPr>
          </a:p>
        </p:txBody>
      </p:sp>
      <p:sp>
        <p:nvSpPr>
          <p:cNvPr id="397" name="Google Shape;397;p43"/>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Task</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1" name="Shape 401"/>
        <p:cNvGrpSpPr/>
        <p:nvPr/>
      </p:nvGrpSpPr>
      <p:grpSpPr>
        <a:xfrm>
          <a:off x="0" y="0"/>
          <a:ext cx="0" cy="0"/>
          <a:chOff x="0" y="0"/>
          <a:chExt cx="0" cy="0"/>
        </a:xfrm>
      </p:grpSpPr>
      <p:sp>
        <p:nvSpPr>
          <p:cNvPr id="402" name="Google Shape;402;p44"/>
          <p:cNvSpPr txBox="1"/>
          <p:nvPr/>
        </p:nvSpPr>
        <p:spPr>
          <a:xfrm>
            <a:off x="0" y="1786408"/>
            <a:ext cx="9144000" cy="2998257"/>
          </a:xfrm>
          <a:prstGeom prst="rect">
            <a:avLst/>
          </a:prstGeom>
          <a:noFill/>
          <a:ln>
            <a:noFill/>
          </a:ln>
        </p:spPr>
        <p:txBody>
          <a:bodyPr anchorCtr="0" anchor="t" bIns="0" lIns="0" spcFirstLastPara="1" rIns="0" wrap="square" tIns="0">
            <a:spAutoFit/>
          </a:bodyPr>
          <a:lstStyle/>
          <a:p>
            <a:pPr indent="-342900" lvl="0" marL="355600" marR="0" rtl="0" algn="l">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The </a:t>
            </a:r>
            <a:r>
              <a:rPr b="1" lang="en-US" sz="3000">
                <a:solidFill>
                  <a:srgbClr val="C00000"/>
                </a:solidFill>
                <a:latin typeface="Arial"/>
                <a:ea typeface="Arial"/>
                <a:cs typeface="Arial"/>
                <a:sym typeface="Arial"/>
              </a:rPr>
              <a:t>three </a:t>
            </a:r>
            <a:r>
              <a:rPr b="1" lang="en-US" sz="3000">
                <a:solidFill>
                  <a:schemeClr val="dk1"/>
                </a:solidFill>
                <a:latin typeface="Arial"/>
                <a:ea typeface="Arial"/>
                <a:cs typeface="Arial"/>
                <a:sym typeface="Arial"/>
              </a:rPr>
              <a:t>data attributes tested </a:t>
            </a:r>
            <a:r>
              <a:rPr lang="en-US" sz="3000">
                <a:solidFill>
                  <a:schemeClr val="dk1"/>
                </a:solidFill>
                <a:latin typeface="Arial"/>
                <a:ea typeface="Arial"/>
                <a:cs typeface="Arial"/>
                <a:sym typeface="Arial"/>
              </a:rPr>
              <a:t>by the conditions in this problem are</a:t>
            </a:r>
            <a:endParaRPr/>
          </a:p>
          <a:p>
            <a:pPr indent="0" lvl="0" marL="0" marR="0" rtl="0" algn="l">
              <a:spcBef>
                <a:spcPts val="35"/>
              </a:spcBef>
              <a:spcAft>
                <a:spcPts val="0"/>
              </a:spcAft>
              <a:buNone/>
            </a:pPr>
            <a:r>
              <a:t/>
            </a:r>
            <a:endParaRPr sz="4300">
              <a:solidFill>
                <a:schemeClr val="dk1"/>
              </a:solidFill>
              <a:latin typeface="Times New Roman"/>
              <a:ea typeface="Times New Roman"/>
              <a:cs typeface="Times New Roman"/>
              <a:sym typeface="Times New Roman"/>
            </a:endParaRPr>
          </a:p>
          <a:p>
            <a:pPr indent="-286385" lvl="1" marL="756285" marR="0" rtl="0" algn="l">
              <a:spcBef>
                <a:spcPts val="0"/>
              </a:spcBef>
              <a:spcAft>
                <a:spcPts val="0"/>
              </a:spcAft>
              <a:buClr>
                <a:schemeClr val="dk1"/>
              </a:buClr>
              <a:buSzPts val="2700"/>
              <a:buFont typeface="Noto Sans Symbols"/>
              <a:buChar char="▪"/>
            </a:pPr>
            <a:r>
              <a:rPr b="1" i="0" lang="en-US" sz="2700" u="none" cap="none" strike="noStrike">
                <a:solidFill>
                  <a:schemeClr val="dk1"/>
                </a:solidFill>
                <a:latin typeface="Arial"/>
                <a:ea typeface="Arial"/>
                <a:cs typeface="Arial"/>
                <a:sym typeface="Arial"/>
              </a:rPr>
              <a:t>Gender</a:t>
            </a:r>
            <a:r>
              <a:rPr b="0" i="0" lang="en-US" sz="2700" u="none" cap="none" strike="noStrike">
                <a:solidFill>
                  <a:schemeClr val="dk1"/>
                </a:solidFill>
                <a:latin typeface="Arial"/>
                <a:ea typeface="Arial"/>
                <a:cs typeface="Arial"/>
                <a:sym typeface="Arial"/>
              </a:rPr>
              <a:t>, with values </a:t>
            </a:r>
            <a:r>
              <a:rPr b="0" i="0" lang="en-US" sz="2700" u="none" cap="none" strike="noStrike">
                <a:solidFill>
                  <a:srgbClr val="C00000"/>
                </a:solidFill>
                <a:latin typeface="Arial"/>
                <a:ea typeface="Arial"/>
                <a:cs typeface="Arial"/>
                <a:sym typeface="Arial"/>
              </a:rPr>
              <a:t>M </a:t>
            </a:r>
            <a:r>
              <a:rPr b="0" i="0" lang="en-US" sz="2700" u="none" cap="none" strike="noStrike">
                <a:solidFill>
                  <a:schemeClr val="dk1"/>
                </a:solidFill>
                <a:latin typeface="Arial"/>
                <a:ea typeface="Arial"/>
                <a:cs typeface="Arial"/>
                <a:sym typeface="Arial"/>
              </a:rPr>
              <a:t>and </a:t>
            </a:r>
            <a:r>
              <a:rPr b="0" i="0" lang="en-US" sz="2700" u="none" cap="none" strike="noStrike">
                <a:solidFill>
                  <a:srgbClr val="C00000"/>
                </a:solidFill>
                <a:latin typeface="Arial"/>
                <a:ea typeface="Arial"/>
                <a:cs typeface="Arial"/>
                <a:sym typeface="Arial"/>
              </a:rPr>
              <a:t>F</a:t>
            </a:r>
            <a:endParaRPr b="0" i="0" sz="2700" u="none" cap="none" strike="noStrike">
              <a:solidFill>
                <a:schemeClr val="dk1"/>
              </a:solidFill>
              <a:latin typeface="Arial"/>
              <a:ea typeface="Arial"/>
              <a:cs typeface="Arial"/>
              <a:sym typeface="Arial"/>
            </a:endParaRPr>
          </a:p>
          <a:p>
            <a:pPr indent="-286385" lvl="1" marL="756285" marR="0" rtl="0" algn="l">
              <a:spcBef>
                <a:spcPts val="650"/>
              </a:spcBef>
              <a:spcAft>
                <a:spcPts val="0"/>
              </a:spcAft>
              <a:buClr>
                <a:schemeClr val="dk1"/>
              </a:buClr>
              <a:buSzPts val="2700"/>
              <a:buFont typeface="Noto Sans Symbols"/>
              <a:buChar char="▪"/>
            </a:pPr>
            <a:r>
              <a:rPr b="1" i="0" lang="en-US" sz="2700" u="none" cap="none" strike="noStrike">
                <a:solidFill>
                  <a:schemeClr val="dk1"/>
                </a:solidFill>
                <a:latin typeface="Arial"/>
                <a:ea typeface="Arial"/>
                <a:cs typeface="Arial"/>
                <a:sym typeface="Arial"/>
              </a:rPr>
              <a:t>City dweller</a:t>
            </a:r>
            <a:r>
              <a:rPr b="0" i="0" lang="en-US" sz="2700" u="none" cap="none" strike="noStrike">
                <a:solidFill>
                  <a:schemeClr val="dk1"/>
                </a:solidFill>
                <a:latin typeface="Arial"/>
                <a:ea typeface="Arial"/>
                <a:cs typeface="Arial"/>
                <a:sym typeface="Arial"/>
              </a:rPr>
              <a:t>, with value </a:t>
            </a:r>
            <a:r>
              <a:rPr b="0" i="0" lang="en-US" sz="2700" u="none" cap="none" strike="noStrike">
                <a:solidFill>
                  <a:srgbClr val="C00000"/>
                </a:solidFill>
                <a:latin typeface="Arial"/>
                <a:ea typeface="Arial"/>
                <a:cs typeface="Arial"/>
                <a:sym typeface="Arial"/>
              </a:rPr>
              <a:t>Y </a:t>
            </a:r>
            <a:r>
              <a:rPr b="0" i="0" lang="en-US" sz="2700" u="none" cap="none" strike="noStrike">
                <a:solidFill>
                  <a:schemeClr val="dk1"/>
                </a:solidFill>
                <a:latin typeface="Arial"/>
                <a:ea typeface="Arial"/>
                <a:cs typeface="Arial"/>
                <a:sym typeface="Arial"/>
              </a:rPr>
              <a:t>and </a:t>
            </a:r>
            <a:r>
              <a:rPr b="0" i="0" lang="en-US" sz="2700" u="none" cap="none" strike="noStrike">
                <a:solidFill>
                  <a:srgbClr val="C00000"/>
                </a:solidFill>
                <a:latin typeface="Arial"/>
                <a:ea typeface="Arial"/>
                <a:cs typeface="Arial"/>
                <a:sym typeface="Arial"/>
              </a:rPr>
              <a:t>N</a:t>
            </a:r>
            <a:endParaRPr b="0" i="0" sz="2700" u="none" cap="none" strike="noStrike">
              <a:solidFill>
                <a:schemeClr val="dk1"/>
              </a:solidFill>
              <a:latin typeface="Arial"/>
              <a:ea typeface="Arial"/>
              <a:cs typeface="Arial"/>
              <a:sym typeface="Arial"/>
            </a:endParaRPr>
          </a:p>
          <a:p>
            <a:pPr indent="-286385" lvl="1" marL="756285" marR="0" rtl="0" algn="l">
              <a:spcBef>
                <a:spcPts val="645"/>
              </a:spcBef>
              <a:spcAft>
                <a:spcPts val="0"/>
              </a:spcAft>
              <a:buClr>
                <a:schemeClr val="dk1"/>
              </a:buClr>
              <a:buSzPts val="2700"/>
              <a:buFont typeface="Noto Sans Symbols"/>
              <a:buChar char="▪"/>
            </a:pPr>
            <a:r>
              <a:rPr b="1" i="0" lang="en-US" sz="2700" u="none" cap="none" strike="noStrike">
                <a:solidFill>
                  <a:schemeClr val="dk1"/>
                </a:solidFill>
                <a:latin typeface="Arial"/>
                <a:ea typeface="Arial"/>
                <a:cs typeface="Arial"/>
                <a:sym typeface="Arial"/>
              </a:rPr>
              <a:t>Age group</a:t>
            </a:r>
            <a:r>
              <a:rPr b="0" i="0" lang="en-US" sz="2700" u="none" cap="none" strike="noStrike">
                <a:solidFill>
                  <a:schemeClr val="dk1"/>
                </a:solidFill>
                <a:latin typeface="Arial"/>
                <a:ea typeface="Arial"/>
                <a:cs typeface="Arial"/>
                <a:sym typeface="Arial"/>
              </a:rPr>
              <a:t>, with values </a:t>
            </a:r>
            <a:r>
              <a:rPr b="0" i="0" lang="en-US" sz="2700" u="none" cap="none" strike="noStrike">
                <a:solidFill>
                  <a:srgbClr val="C00000"/>
                </a:solidFill>
                <a:latin typeface="Arial"/>
                <a:ea typeface="Arial"/>
                <a:cs typeface="Arial"/>
                <a:sym typeface="Arial"/>
              </a:rPr>
              <a:t>A</a:t>
            </a:r>
            <a:r>
              <a:rPr b="0" i="0" lang="en-US" sz="2700" u="none" cap="none" strike="noStrike">
                <a:solidFill>
                  <a:schemeClr val="dk1"/>
                </a:solidFill>
                <a:latin typeface="Arial"/>
                <a:ea typeface="Arial"/>
                <a:cs typeface="Arial"/>
                <a:sym typeface="Arial"/>
              </a:rPr>
              <a:t>, </a:t>
            </a:r>
            <a:r>
              <a:rPr b="0" i="0" lang="en-US" sz="2700" u="none" cap="none" strike="noStrike">
                <a:solidFill>
                  <a:srgbClr val="C00000"/>
                </a:solidFill>
                <a:latin typeface="Arial"/>
                <a:ea typeface="Arial"/>
                <a:cs typeface="Arial"/>
                <a:sym typeface="Arial"/>
              </a:rPr>
              <a:t>B</a:t>
            </a:r>
            <a:r>
              <a:rPr b="0" i="0" lang="en-US" sz="2700" u="none" cap="none" strike="noStrike">
                <a:solidFill>
                  <a:schemeClr val="dk1"/>
                </a:solidFill>
                <a:latin typeface="Arial"/>
                <a:ea typeface="Arial"/>
                <a:cs typeface="Arial"/>
                <a:sym typeface="Arial"/>
              </a:rPr>
              <a:t>, and </a:t>
            </a:r>
            <a:r>
              <a:rPr b="0" i="0" lang="en-US" sz="2700" u="none" cap="none" strike="noStrike">
                <a:solidFill>
                  <a:srgbClr val="C00000"/>
                </a:solidFill>
                <a:latin typeface="Arial"/>
                <a:ea typeface="Arial"/>
                <a:cs typeface="Arial"/>
                <a:sym typeface="Arial"/>
              </a:rPr>
              <a:t>C</a:t>
            </a:r>
            <a:endParaRPr b="0" i="0" sz="2700" u="none" cap="none" strike="noStrike">
              <a:solidFill>
                <a:schemeClr val="dk1"/>
              </a:solidFill>
              <a:latin typeface="Arial"/>
              <a:ea typeface="Arial"/>
              <a:cs typeface="Arial"/>
              <a:sym typeface="Arial"/>
            </a:endParaRPr>
          </a:p>
        </p:txBody>
      </p:sp>
      <p:sp>
        <p:nvSpPr>
          <p:cNvPr id="403" name="Google Shape;403;p44"/>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1. Identify Conditions &amp; Values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7" name="Shape 407"/>
        <p:cNvGrpSpPr/>
        <p:nvPr/>
      </p:nvGrpSpPr>
      <p:grpSpPr>
        <a:xfrm>
          <a:off x="0" y="0"/>
          <a:ext cx="0" cy="0"/>
          <a:chOff x="0" y="0"/>
          <a:chExt cx="0" cy="0"/>
        </a:xfrm>
      </p:grpSpPr>
      <p:sp>
        <p:nvSpPr>
          <p:cNvPr id="408" name="Google Shape;408;p45"/>
          <p:cNvSpPr txBox="1"/>
          <p:nvPr/>
        </p:nvSpPr>
        <p:spPr>
          <a:xfrm>
            <a:off x="535942" y="2335675"/>
            <a:ext cx="6165215" cy="1056700"/>
          </a:xfrm>
          <a:prstGeom prst="rect">
            <a:avLst/>
          </a:prstGeom>
          <a:noFill/>
          <a:ln>
            <a:noFill/>
          </a:ln>
        </p:spPr>
        <p:txBody>
          <a:bodyPr anchorCtr="0" anchor="t" bIns="0" lIns="0" spcFirstLastPara="1" rIns="0" wrap="square" tIns="0">
            <a:spAutoFit/>
          </a:bodyPr>
          <a:lstStyle/>
          <a:p>
            <a:pPr indent="-342900" lvl="0" marL="355600" marR="0" rtl="0" algn="l">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The maximum number of Rules is:</a:t>
            </a:r>
            <a:endParaRPr sz="3000">
              <a:solidFill>
                <a:schemeClr val="dk1"/>
              </a:solidFill>
              <a:latin typeface="Arial"/>
              <a:ea typeface="Arial"/>
              <a:cs typeface="Arial"/>
              <a:sym typeface="Arial"/>
            </a:endParaRPr>
          </a:p>
          <a:p>
            <a:pPr indent="0" lvl="0" marL="2811145" marR="0" rtl="0" algn="l">
              <a:spcBef>
                <a:spcPts val="760"/>
              </a:spcBef>
              <a:spcAft>
                <a:spcPts val="0"/>
              </a:spcAft>
              <a:buNone/>
            </a:pPr>
            <a:r>
              <a:rPr lang="en-US" sz="3200">
                <a:solidFill>
                  <a:srgbClr val="C00000"/>
                </a:solidFill>
                <a:latin typeface="Arial"/>
                <a:ea typeface="Arial"/>
                <a:cs typeface="Arial"/>
                <a:sym typeface="Arial"/>
              </a:rPr>
              <a:t>2 x 2 x 3 = 12</a:t>
            </a:r>
            <a:endParaRPr sz="3200">
              <a:solidFill>
                <a:schemeClr val="dk1"/>
              </a:solidFill>
              <a:latin typeface="Arial"/>
              <a:ea typeface="Arial"/>
              <a:cs typeface="Arial"/>
              <a:sym typeface="Arial"/>
            </a:endParaRPr>
          </a:p>
        </p:txBody>
      </p:sp>
      <p:sp>
        <p:nvSpPr>
          <p:cNvPr id="409" name="Google Shape;409;p45"/>
          <p:cNvSpPr txBox="1"/>
          <p:nvPr>
            <p:ph type="title"/>
          </p:nvPr>
        </p:nvSpPr>
        <p:spPr>
          <a:xfrm>
            <a:off x="-38099" y="0"/>
            <a:ext cx="9182099" cy="553998"/>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sz="3600"/>
              <a:t>2.	Compute Maximum Number of Rules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3" name="Shape 413"/>
        <p:cNvGrpSpPr/>
        <p:nvPr/>
      </p:nvGrpSpPr>
      <p:grpSpPr>
        <a:xfrm>
          <a:off x="0" y="0"/>
          <a:ext cx="0" cy="0"/>
          <a:chOff x="0" y="0"/>
          <a:chExt cx="0" cy="0"/>
        </a:xfrm>
      </p:grpSpPr>
      <p:sp>
        <p:nvSpPr>
          <p:cNvPr id="414" name="Google Shape;414;p46"/>
          <p:cNvSpPr txBox="1"/>
          <p:nvPr/>
        </p:nvSpPr>
        <p:spPr>
          <a:xfrm>
            <a:off x="535942" y="1250715"/>
            <a:ext cx="3860165" cy="2457083"/>
          </a:xfrm>
          <a:prstGeom prst="rect">
            <a:avLst/>
          </a:prstGeom>
          <a:noFill/>
          <a:ln>
            <a:noFill/>
          </a:ln>
        </p:spPr>
        <p:txBody>
          <a:bodyPr anchorCtr="0" anchor="t" bIns="0" lIns="0" spcFirstLastPara="1" rIns="0" wrap="square" tIns="0">
            <a:spAutoFit/>
          </a:bodyPr>
          <a:lstStyle/>
          <a:p>
            <a:pPr indent="-342900" lvl="0" marL="355600" marR="0" rtl="0" algn="l">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The four actions are:</a:t>
            </a:r>
            <a:endParaRPr sz="3000">
              <a:solidFill>
                <a:schemeClr val="dk1"/>
              </a:solidFill>
              <a:latin typeface="Arial"/>
              <a:ea typeface="Arial"/>
              <a:cs typeface="Arial"/>
              <a:sym typeface="Arial"/>
            </a:endParaRPr>
          </a:p>
          <a:p>
            <a:pPr indent="-286385" lvl="1" marL="756285" marR="0" rtl="0" algn="l">
              <a:spcBef>
                <a:spcPts val="660"/>
              </a:spcBef>
              <a:spcAft>
                <a:spcPts val="0"/>
              </a:spcAft>
              <a:buClr>
                <a:schemeClr val="dk1"/>
              </a:buClr>
              <a:buSzPts val="2700"/>
              <a:buFont typeface="Noto Sans Symbols"/>
              <a:buChar char="▪"/>
            </a:pPr>
            <a:r>
              <a:rPr b="0" i="0" lang="en-US" sz="2700" u="none" cap="none" strike="noStrike">
                <a:solidFill>
                  <a:schemeClr val="dk1"/>
                </a:solidFill>
                <a:latin typeface="Arial"/>
                <a:ea typeface="Arial"/>
                <a:cs typeface="Arial"/>
                <a:sym typeface="Arial"/>
              </a:rPr>
              <a:t>Market product </a:t>
            </a:r>
            <a:r>
              <a:rPr b="0" i="0" lang="en-US" sz="2700" u="none" cap="none" strike="noStrike">
                <a:solidFill>
                  <a:srgbClr val="C00000"/>
                </a:solidFill>
                <a:latin typeface="Arial"/>
                <a:ea typeface="Arial"/>
                <a:cs typeface="Arial"/>
                <a:sym typeface="Arial"/>
              </a:rPr>
              <a:t>W</a:t>
            </a:r>
            <a:endParaRPr b="0" i="0" sz="2700" u="none" cap="none" strike="noStrike">
              <a:solidFill>
                <a:schemeClr val="dk1"/>
              </a:solidFill>
              <a:latin typeface="Arial"/>
              <a:ea typeface="Arial"/>
              <a:cs typeface="Arial"/>
              <a:sym typeface="Arial"/>
            </a:endParaRPr>
          </a:p>
          <a:p>
            <a:pPr indent="-286385" lvl="1" marL="756285" marR="0" rtl="0" algn="l">
              <a:spcBef>
                <a:spcPts val="650"/>
              </a:spcBef>
              <a:spcAft>
                <a:spcPts val="0"/>
              </a:spcAft>
              <a:buClr>
                <a:schemeClr val="dk1"/>
              </a:buClr>
              <a:buSzPts val="2700"/>
              <a:buFont typeface="Noto Sans Symbols"/>
              <a:buChar char="▪"/>
            </a:pPr>
            <a:r>
              <a:rPr b="0" i="0" lang="en-US" sz="2700" u="none" cap="none" strike="noStrike">
                <a:solidFill>
                  <a:schemeClr val="dk1"/>
                </a:solidFill>
                <a:latin typeface="Arial"/>
                <a:ea typeface="Arial"/>
                <a:cs typeface="Arial"/>
                <a:sym typeface="Arial"/>
              </a:rPr>
              <a:t>Market product </a:t>
            </a:r>
            <a:r>
              <a:rPr b="0" i="0" lang="en-US" sz="2700" u="none" cap="none" strike="noStrike">
                <a:solidFill>
                  <a:srgbClr val="C00000"/>
                </a:solidFill>
                <a:latin typeface="Arial"/>
                <a:ea typeface="Arial"/>
                <a:cs typeface="Arial"/>
                <a:sym typeface="Arial"/>
              </a:rPr>
              <a:t>X</a:t>
            </a:r>
            <a:endParaRPr b="0" i="0" sz="2700" u="none" cap="none" strike="noStrike">
              <a:solidFill>
                <a:schemeClr val="dk1"/>
              </a:solidFill>
              <a:latin typeface="Arial"/>
              <a:ea typeface="Arial"/>
              <a:cs typeface="Arial"/>
              <a:sym typeface="Arial"/>
            </a:endParaRPr>
          </a:p>
          <a:p>
            <a:pPr indent="-286385" lvl="1" marL="756285" marR="0" rtl="0" algn="l">
              <a:spcBef>
                <a:spcPts val="645"/>
              </a:spcBef>
              <a:spcAft>
                <a:spcPts val="0"/>
              </a:spcAft>
              <a:buClr>
                <a:schemeClr val="dk1"/>
              </a:buClr>
              <a:buSzPts val="2700"/>
              <a:buFont typeface="Noto Sans Symbols"/>
              <a:buChar char="▪"/>
            </a:pPr>
            <a:r>
              <a:rPr b="0" i="0" lang="en-US" sz="2700" u="none" cap="none" strike="noStrike">
                <a:solidFill>
                  <a:schemeClr val="dk1"/>
                </a:solidFill>
                <a:latin typeface="Arial"/>
                <a:ea typeface="Arial"/>
                <a:cs typeface="Arial"/>
                <a:sym typeface="Arial"/>
              </a:rPr>
              <a:t>Market product </a:t>
            </a:r>
            <a:r>
              <a:rPr b="0" i="0" lang="en-US" sz="2700" u="none" cap="none" strike="noStrike">
                <a:solidFill>
                  <a:srgbClr val="C00000"/>
                </a:solidFill>
                <a:latin typeface="Arial"/>
                <a:ea typeface="Arial"/>
                <a:cs typeface="Arial"/>
                <a:sym typeface="Arial"/>
              </a:rPr>
              <a:t>Y</a:t>
            </a:r>
            <a:endParaRPr b="0" i="0" sz="2700" u="none" cap="none" strike="noStrike">
              <a:solidFill>
                <a:schemeClr val="dk1"/>
              </a:solidFill>
              <a:latin typeface="Arial"/>
              <a:ea typeface="Arial"/>
              <a:cs typeface="Arial"/>
              <a:sym typeface="Arial"/>
            </a:endParaRPr>
          </a:p>
          <a:p>
            <a:pPr indent="-286385" lvl="1" marL="756285" marR="0" rtl="0" algn="l">
              <a:spcBef>
                <a:spcPts val="645"/>
              </a:spcBef>
              <a:spcAft>
                <a:spcPts val="0"/>
              </a:spcAft>
              <a:buClr>
                <a:schemeClr val="dk1"/>
              </a:buClr>
              <a:buSzPts val="2700"/>
              <a:buFont typeface="Noto Sans Symbols"/>
              <a:buChar char="▪"/>
            </a:pPr>
            <a:r>
              <a:rPr b="0" i="0" lang="en-US" sz="2700" u="none" cap="none" strike="noStrike">
                <a:solidFill>
                  <a:schemeClr val="dk1"/>
                </a:solidFill>
                <a:latin typeface="Arial"/>
                <a:ea typeface="Arial"/>
                <a:cs typeface="Arial"/>
                <a:sym typeface="Arial"/>
              </a:rPr>
              <a:t>Market product </a:t>
            </a:r>
            <a:r>
              <a:rPr b="0" i="0" lang="en-US" sz="2700" u="none" cap="none" strike="noStrike">
                <a:solidFill>
                  <a:srgbClr val="C00000"/>
                </a:solidFill>
                <a:latin typeface="Arial"/>
                <a:ea typeface="Arial"/>
                <a:cs typeface="Arial"/>
                <a:sym typeface="Arial"/>
              </a:rPr>
              <a:t>Z</a:t>
            </a:r>
            <a:endParaRPr b="0" i="0" sz="2700" u="none" cap="none" strike="noStrike">
              <a:solidFill>
                <a:schemeClr val="dk1"/>
              </a:solidFill>
              <a:latin typeface="Arial"/>
              <a:ea typeface="Arial"/>
              <a:cs typeface="Arial"/>
              <a:sym typeface="Arial"/>
            </a:endParaRPr>
          </a:p>
        </p:txBody>
      </p:sp>
      <p:sp>
        <p:nvSpPr>
          <p:cNvPr id="415" name="Google Shape;415;p46"/>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spcBef>
                <a:spcPts val="0"/>
              </a:spcBef>
              <a:spcAft>
                <a:spcPts val="0"/>
              </a:spcAft>
              <a:buNone/>
            </a:pPr>
            <a:r>
              <a:rPr lang="en-US"/>
              <a:t>3. Identify Possible Actions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7"/>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3. Identify Possible Actions</a:t>
            </a:r>
            <a:endParaRPr/>
          </a:p>
        </p:txBody>
      </p:sp>
      <p:sp>
        <p:nvSpPr>
          <p:cNvPr id="421" name="Google Shape;421;p47"/>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graphicFrame>
        <p:nvGraphicFramePr>
          <p:cNvPr id="422" name="Google Shape;422;p47"/>
          <p:cNvGraphicFramePr/>
          <p:nvPr/>
        </p:nvGraphicFramePr>
        <p:xfrm>
          <a:off x="381003" y="1066800"/>
          <a:ext cx="3000000" cy="3000000"/>
        </p:xfrm>
        <a:graphic>
          <a:graphicData uri="http://schemas.openxmlformats.org/drawingml/2006/table">
            <a:tbl>
              <a:tblPr bandRow="1" firstRow="1">
                <a:noFill/>
                <a:tableStyleId>{088D9E38-63AB-4F39-8222-83D01DE5195E}</a:tableStyleId>
              </a:tblPr>
              <a:tblGrid>
                <a:gridCol w="1108850"/>
                <a:gridCol w="583325"/>
                <a:gridCol w="583450"/>
                <a:gridCol w="583325"/>
                <a:gridCol w="583450"/>
                <a:gridCol w="583325"/>
                <a:gridCol w="583450"/>
                <a:gridCol w="583325"/>
                <a:gridCol w="583450"/>
                <a:gridCol w="583325"/>
                <a:gridCol w="725950"/>
                <a:gridCol w="706975"/>
                <a:gridCol w="725950"/>
              </a:tblGrid>
              <a:tr h="571500">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60325" rtl="0" algn="ctr">
                        <a:lnSpc>
                          <a:spcPct val="100000"/>
                        </a:lnSpc>
                        <a:spcBef>
                          <a:spcPts val="0"/>
                        </a:spcBef>
                        <a:spcAft>
                          <a:spcPts val="0"/>
                        </a:spcAft>
                        <a:buNone/>
                      </a:pPr>
                      <a:r>
                        <a:rPr lang="en-US" sz="2000">
                          <a:latin typeface="Arial"/>
                          <a:ea typeface="Arial"/>
                          <a:cs typeface="Arial"/>
                          <a:sym typeface="Arial"/>
                        </a:rPr>
                        <a:t>R1</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60325" rtl="0" algn="ctr">
                        <a:lnSpc>
                          <a:spcPct val="100000"/>
                        </a:lnSpc>
                        <a:spcBef>
                          <a:spcPts val="0"/>
                        </a:spcBef>
                        <a:spcAft>
                          <a:spcPts val="0"/>
                        </a:spcAft>
                        <a:buNone/>
                      </a:pPr>
                      <a:r>
                        <a:rPr lang="en-US" sz="2000">
                          <a:latin typeface="Arial"/>
                          <a:ea typeface="Arial"/>
                          <a:cs typeface="Arial"/>
                          <a:sym typeface="Arial"/>
                        </a:rPr>
                        <a:t>R2</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R3</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59689" rtl="0" algn="ctr">
                        <a:lnSpc>
                          <a:spcPct val="100000"/>
                        </a:lnSpc>
                        <a:spcBef>
                          <a:spcPts val="0"/>
                        </a:spcBef>
                        <a:spcAft>
                          <a:spcPts val="0"/>
                        </a:spcAft>
                        <a:buNone/>
                      </a:pPr>
                      <a:r>
                        <a:rPr lang="en-US" sz="2000">
                          <a:latin typeface="Arial"/>
                          <a:ea typeface="Arial"/>
                          <a:cs typeface="Arial"/>
                          <a:sym typeface="Arial"/>
                        </a:rPr>
                        <a:t>R4</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45415" rtl="0" algn="r">
                        <a:lnSpc>
                          <a:spcPct val="100000"/>
                        </a:lnSpc>
                        <a:spcBef>
                          <a:spcPts val="0"/>
                        </a:spcBef>
                        <a:spcAft>
                          <a:spcPts val="0"/>
                        </a:spcAft>
                        <a:buNone/>
                      </a:pPr>
                      <a:r>
                        <a:rPr lang="en-US" sz="2000">
                          <a:latin typeface="Arial"/>
                          <a:ea typeface="Arial"/>
                          <a:cs typeface="Arial"/>
                          <a:sym typeface="Arial"/>
                        </a:rPr>
                        <a:t>R5</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59055" rtl="0" algn="ctr">
                        <a:lnSpc>
                          <a:spcPct val="100000"/>
                        </a:lnSpc>
                        <a:spcBef>
                          <a:spcPts val="0"/>
                        </a:spcBef>
                        <a:spcAft>
                          <a:spcPts val="0"/>
                        </a:spcAft>
                        <a:buNone/>
                      </a:pPr>
                      <a:r>
                        <a:rPr lang="en-US" sz="2000">
                          <a:latin typeface="Arial"/>
                          <a:ea typeface="Arial"/>
                          <a:cs typeface="Arial"/>
                          <a:sym typeface="Arial"/>
                        </a:rPr>
                        <a:t>R6</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44780" rtl="0" algn="r">
                        <a:lnSpc>
                          <a:spcPct val="100000"/>
                        </a:lnSpc>
                        <a:spcBef>
                          <a:spcPts val="0"/>
                        </a:spcBef>
                        <a:spcAft>
                          <a:spcPts val="0"/>
                        </a:spcAft>
                        <a:buNone/>
                      </a:pPr>
                      <a:r>
                        <a:rPr lang="en-US" sz="2000">
                          <a:latin typeface="Arial"/>
                          <a:ea typeface="Arial"/>
                          <a:cs typeface="Arial"/>
                          <a:sym typeface="Arial"/>
                        </a:rPr>
                        <a:t>R7</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59055" rtl="0" algn="ctr">
                        <a:lnSpc>
                          <a:spcPct val="100000"/>
                        </a:lnSpc>
                        <a:spcBef>
                          <a:spcPts val="0"/>
                        </a:spcBef>
                        <a:spcAft>
                          <a:spcPts val="0"/>
                        </a:spcAft>
                        <a:buNone/>
                      </a:pPr>
                      <a:r>
                        <a:rPr lang="en-US" sz="2000">
                          <a:latin typeface="Arial"/>
                          <a:ea typeface="Arial"/>
                          <a:cs typeface="Arial"/>
                          <a:sym typeface="Arial"/>
                        </a:rPr>
                        <a:t>R8</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44780" rtl="0" algn="r">
                        <a:lnSpc>
                          <a:spcPct val="100000"/>
                        </a:lnSpc>
                        <a:spcBef>
                          <a:spcPts val="0"/>
                        </a:spcBef>
                        <a:spcAft>
                          <a:spcPts val="0"/>
                        </a:spcAft>
                        <a:buNone/>
                      </a:pPr>
                      <a:r>
                        <a:rPr lang="en-US" sz="2000">
                          <a:latin typeface="Arial"/>
                          <a:ea typeface="Arial"/>
                          <a:cs typeface="Arial"/>
                          <a:sym typeface="Arial"/>
                        </a:rPr>
                        <a:t>R9</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lang="en-US" sz="2000">
                          <a:latin typeface="Arial"/>
                          <a:ea typeface="Arial"/>
                          <a:cs typeface="Arial"/>
                          <a:sym typeface="Arial"/>
                        </a:rPr>
                        <a:t>R10</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lang="en-US" sz="2000">
                          <a:latin typeface="Arial"/>
                          <a:ea typeface="Arial"/>
                          <a:cs typeface="Arial"/>
                          <a:sym typeface="Arial"/>
                        </a:rPr>
                        <a:t>R11</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lang="en-US" sz="2000">
                          <a:latin typeface="Arial"/>
                          <a:ea typeface="Arial"/>
                          <a:cs typeface="Arial"/>
                          <a:sym typeface="Arial"/>
                        </a:rPr>
                        <a:t>R12</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r>
              <a:tr h="57150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Gender</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M</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F</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76530" marR="0" rtl="0" algn="l">
                        <a:lnSpc>
                          <a:spcPct val="100000"/>
                        </a:lnSpc>
                        <a:spcBef>
                          <a:spcPts val="0"/>
                        </a:spcBef>
                        <a:spcAft>
                          <a:spcPts val="0"/>
                        </a:spcAft>
                        <a:buNone/>
                      </a:pPr>
                      <a:r>
                        <a:rPr lang="en-US" sz="2000">
                          <a:latin typeface="Arial"/>
                          <a:ea typeface="Arial"/>
                          <a:cs typeface="Arial"/>
                          <a:sym typeface="Arial"/>
                        </a:rPr>
                        <a:t>M</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F</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68275" rtl="0" algn="r">
                        <a:lnSpc>
                          <a:spcPct val="100000"/>
                        </a:lnSpc>
                        <a:spcBef>
                          <a:spcPts val="0"/>
                        </a:spcBef>
                        <a:spcAft>
                          <a:spcPts val="0"/>
                        </a:spcAft>
                        <a:buNone/>
                      </a:pPr>
                      <a:r>
                        <a:rPr lang="en-US" sz="2000">
                          <a:latin typeface="Arial"/>
                          <a:ea typeface="Arial"/>
                          <a:cs typeface="Arial"/>
                          <a:sym typeface="Arial"/>
                        </a:rPr>
                        <a:t>M</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F</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68275" rtl="0" algn="r">
                        <a:lnSpc>
                          <a:spcPct val="100000"/>
                        </a:lnSpc>
                        <a:spcBef>
                          <a:spcPts val="0"/>
                        </a:spcBef>
                        <a:spcAft>
                          <a:spcPts val="0"/>
                        </a:spcAft>
                        <a:buNone/>
                      </a:pPr>
                      <a:r>
                        <a:rPr lang="en-US" sz="2000">
                          <a:latin typeface="Arial"/>
                          <a:ea typeface="Arial"/>
                          <a:cs typeface="Arial"/>
                          <a:sym typeface="Arial"/>
                        </a:rPr>
                        <a:t>M</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F</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68275" rtl="0" algn="r">
                        <a:lnSpc>
                          <a:spcPct val="100000"/>
                        </a:lnSpc>
                        <a:spcBef>
                          <a:spcPts val="0"/>
                        </a:spcBef>
                        <a:spcAft>
                          <a:spcPts val="0"/>
                        </a:spcAft>
                        <a:buNone/>
                      </a:pPr>
                      <a:r>
                        <a:rPr lang="en-US" sz="2000">
                          <a:latin typeface="Arial"/>
                          <a:ea typeface="Arial"/>
                          <a:cs typeface="Arial"/>
                          <a:sym typeface="Arial"/>
                        </a:rPr>
                        <a:t>M</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2000">
                          <a:latin typeface="Arial"/>
                          <a:ea typeface="Arial"/>
                          <a:cs typeface="Arial"/>
                          <a:sym typeface="Arial"/>
                        </a:rPr>
                        <a:t>F</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lang="en-US" sz="2000">
                          <a:latin typeface="Arial"/>
                          <a:ea typeface="Arial"/>
                          <a:cs typeface="Arial"/>
                          <a:sym typeface="Arial"/>
                        </a:rPr>
                        <a:t>M</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2000">
                          <a:latin typeface="Arial"/>
                          <a:ea typeface="Arial"/>
                          <a:cs typeface="Arial"/>
                          <a:sym typeface="Arial"/>
                        </a:rPr>
                        <a:t>F</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150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City</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Y</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Y</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N</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N</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89230" rtl="0" algn="r">
                        <a:lnSpc>
                          <a:spcPct val="100000"/>
                        </a:lnSpc>
                        <a:spcBef>
                          <a:spcPts val="0"/>
                        </a:spcBef>
                        <a:spcAft>
                          <a:spcPts val="0"/>
                        </a:spcAft>
                        <a:buNone/>
                      </a:pPr>
                      <a:r>
                        <a:rPr lang="en-US" sz="2000">
                          <a:latin typeface="Arial"/>
                          <a:ea typeface="Arial"/>
                          <a:cs typeface="Arial"/>
                          <a:sym typeface="Arial"/>
                        </a:rPr>
                        <a:t>Y</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lang="en-US" sz="2000">
                          <a:latin typeface="Arial"/>
                          <a:ea typeface="Arial"/>
                          <a:cs typeface="Arial"/>
                          <a:sym typeface="Arial"/>
                        </a:rPr>
                        <a:t>Y</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82880" rtl="0" algn="r">
                        <a:lnSpc>
                          <a:spcPct val="100000"/>
                        </a:lnSpc>
                        <a:spcBef>
                          <a:spcPts val="0"/>
                        </a:spcBef>
                        <a:spcAft>
                          <a:spcPts val="0"/>
                        </a:spcAft>
                        <a:buNone/>
                      </a:pPr>
                      <a:r>
                        <a:rPr lang="en-US" sz="2000">
                          <a:latin typeface="Arial"/>
                          <a:ea typeface="Arial"/>
                          <a:cs typeface="Arial"/>
                          <a:sym typeface="Arial"/>
                        </a:rPr>
                        <a:t>N</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N</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89230" rtl="0" algn="r">
                        <a:lnSpc>
                          <a:spcPct val="100000"/>
                        </a:lnSpc>
                        <a:spcBef>
                          <a:spcPts val="0"/>
                        </a:spcBef>
                        <a:spcAft>
                          <a:spcPts val="0"/>
                        </a:spcAft>
                        <a:buNone/>
                      </a:pPr>
                      <a:r>
                        <a:rPr lang="en-US" sz="2000">
                          <a:latin typeface="Arial"/>
                          <a:ea typeface="Arial"/>
                          <a:cs typeface="Arial"/>
                          <a:sym typeface="Arial"/>
                        </a:rPr>
                        <a:t>Y</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lang="en-US" sz="2000">
                          <a:latin typeface="Arial"/>
                          <a:ea typeface="Arial"/>
                          <a:cs typeface="Arial"/>
                          <a:sym typeface="Arial"/>
                        </a:rPr>
                        <a:t>Y</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lang="en-US" sz="2000">
                          <a:latin typeface="Arial"/>
                          <a:ea typeface="Arial"/>
                          <a:cs typeface="Arial"/>
                          <a:sym typeface="Arial"/>
                        </a:rPr>
                        <a:t>N</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N</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150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Age</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A</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A</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A</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lang="en-US" sz="2000">
                          <a:latin typeface="Arial"/>
                          <a:ea typeface="Arial"/>
                          <a:cs typeface="Arial"/>
                          <a:sym typeface="Arial"/>
                        </a:rPr>
                        <a:t>A</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89230" rtl="0" algn="r">
                        <a:lnSpc>
                          <a:spcPct val="100000"/>
                        </a:lnSpc>
                        <a:spcBef>
                          <a:spcPts val="0"/>
                        </a:spcBef>
                        <a:spcAft>
                          <a:spcPts val="0"/>
                        </a:spcAft>
                        <a:buNone/>
                      </a:pPr>
                      <a:r>
                        <a:rPr lang="en-US" sz="2000">
                          <a:latin typeface="Arial"/>
                          <a:ea typeface="Arial"/>
                          <a:cs typeface="Arial"/>
                          <a:sym typeface="Arial"/>
                        </a:rPr>
                        <a:t>B</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lang="en-US" sz="2000">
                          <a:latin typeface="Arial"/>
                          <a:ea typeface="Arial"/>
                          <a:cs typeface="Arial"/>
                          <a:sym typeface="Arial"/>
                        </a:rPr>
                        <a:t>B</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89230" rtl="0" algn="r">
                        <a:lnSpc>
                          <a:spcPct val="100000"/>
                        </a:lnSpc>
                        <a:spcBef>
                          <a:spcPts val="0"/>
                        </a:spcBef>
                        <a:spcAft>
                          <a:spcPts val="0"/>
                        </a:spcAft>
                        <a:buNone/>
                      </a:pPr>
                      <a:r>
                        <a:rPr lang="en-US" sz="2000">
                          <a:latin typeface="Arial"/>
                          <a:ea typeface="Arial"/>
                          <a:cs typeface="Arial"/>
                          <a:sym typeface="Arial"/>
                        </a:rPr>
                        <a:t>B</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lang="en-US" sz="2000">
                          <a:latin typeface="Arial"/>
                          <a:ea typeface="Arial"/>
                          <a:cs typeface="Arial"/>
                          <a:sym typeface="Arial"/>
                        </a:rPr>
                        <a:t>B</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82880" rtl="0" algn="r">
                        <a:lnSpc>
                          <a:spcPct val="100000"/>
                        </a:lnSpc>
                        <a:spcBef>
                          <a:spcPts val="0"/>
                        </a:spcBef>
                        <a:spcAft>
                          <a:spcPts val="0"/>
                        </a:spcAft>
                        <a:buNone/>
                      </a:pPr>
                      <a:r>
                        <a:rPr lang="en-US" sz="2000">
                          <a:latin typeface="Arial"/>
                          <a:ea typeface="Arial"/>
                          <a:cs typeface="Arial"/>
                          <a:sym typeface="Arial"/>
                        </a:rPr>
                        <a:t>C</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C</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lang="en-US" sz="2000">
                          <a:latin typeface="Arial"/>
                          <a:ea typeface="Arial"/>
                          <a:cs typeface="Arial"/>
                          <a:sym typeface="Arial"/>
                        </a:rPr>
                        <a:t>C</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2000">
                          <a:latin typeface="Arial"/>
                          <a:ea typeface="Arial"/>
                          <a:cs typeface="Arial"/>
                          <a:sym typeface="Arial"/>
                        </a:rPr>
                        <a:t>C</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423" name="Google Shape;423;p47"/>
          <p:cNvGraphicFramePr/>
          <p:nvPr/>
        </p:nvGraphicFramePr>
        <p:xfrm>
          <a:off x="381001" y="3575050"/>
          <a:ext cx="3000000" cy="3000000"/>
        </p:xfrm>
        <a:graphic>
          <a:graphicData uri="http://schemas.openxmlformats.org/drawingml/2006/table">
            <a:tbl>
              <a:tblPr bandRow="1" firstRow="1">
                <a:noFill/>
                <a:tableStyleId>{088D9E38-63AB-4F39-8222-83D01DE5195E}</a:tableStyleId>
              </a:tblPr>
              <a:tblGrid>
                <a:gridCol w="1098100"/>
                <a:gridCol w="577675"/>
                <a:gridCol w="577800"/>
                <a:gridCol w="577675"/>
                <a:gridCol w="577800"/>
                <a:gridCol w="577675"/>
                <a:gridCol w="577800"/>
                <a:gridCol w="577675"/>
                <a:gridCol w="577800"/>
                <a:gridCol w="577675"/>
                <a:gridCol w="718925"/>
                <a:gridCol w="700125"/>
                <a:gridCol w="718925"/>
              </a:tblGrid>
              <a:tr h="549900">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A1</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61925" rtl="0" algn="r">
                        <a:lnSpc>
                          <a:spcPct val="100000"/>
                        </a:lnSpc>
                        <a:spcBef>
                          <a:spcPts val="0"/>
                        </a:spcBef>
                        <a:spcAft>
                          <a:spcPts val="0"/>
                        </a:spcAft>
                        <a:buNone/>
                      </a:pPr>
                      <a:r>
                        <a:rPr lang="en-US" sz="2000">
                          <a:latin typeface="Arial"/>
                          <a:ea typeface="Arial"/>
                          <a:cs typeface="Arial"/>
                          <a:sym typeface="Arial"/>
                        </a:rPr>
                        <a:t>A2</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61925" rtl="0" algn="r">
                        <a:lnSpc>
                          <a:spcPct val="100000"/>
                        </a:lnSpc>
                        <a:spcBef>
                          <a:spcPts val="0"/>
                        </a:spcBef>
                        <a:spcAft>
                          <a:spcPts val="0"/>
                        </a:spcAft>
                        <a:buNone/>
                      </a:pPr>
                      <a:r>
                        <a:rPr lang="en-US" sz="2000">
                          <a:latin typeface="Arial"/>
                          <a:ea typeface="Arial"/>
                          <a:cs typeface="Arial"/>
                          <a:sym typeface="Arial"/>
                        </a:rPr>
                        <a:t>A3</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76200" rtl="0" algn="ctr">
                        <a:lnSpc>
                          <a:spcPct val="100000"/>
                        </a:lnSpc>
                        <a:spcBef>
                          <a:spcPts val="0"/>
                        </a:spcBef>
                        <a:spcAft>
                          <a:spcPts val="0"/>
                        </a:spcAft>
                        <a:buNone/>
                      </a:pPr>
                      <a:r>
                        <a:rPr lang="en-US" sz="2000">
                          <a:latin typeface="Arial"/>
                          <a:ea typeface="Arial"/>
                          <a:cs typeface="Arial"/>
                          <a:sym typeface="Arial"/>
                        </a:rPr>
                        <a:t>A4</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76200" rtl="0" algn="ctr">
                        <a:lnSpc>
                          <a:spcPct val="100000"/>
                        </a:lnSpc>
                        <a:spcBef>
                          <a:spcPts val="0"/>
                        </a:spcBef>
                        <a:spcAft>
                          <a:spcPts val="0"/>
                        </a:spcAft>
                        <a:buNone/>
                      </a:pPr>
                      <a:r>
                        <a:rPr lang="en-US" sz="2000">
                          <a:latin typeface="Arial"/>
                          <a:ea typeface="Arial"/>
                          <a:cs typeface="Arial"/>
                          <a:sym typeface="Arial"/>
                        </a:rPr>
                        <a:t>A5</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61925" rtl="0" algn="r">
                        <a:lnSpc>
                          <a:spcPct val="100000"/>
                        </a:lnSpc>
                        <a:spcBef>
                          <a:spcPts val="0"/>
                        </a:spcBef>
                        <a:spcAft>
                          <a:spcPts val="0"/>
                        </a:spcAft>
                        <a:buNone/>
                      </a:pPr>
                      <a:r>
                        <a:rPr lang="en-US" sz="2000">
                          <a:latin typeface="Arial"/>
                          <a:ea typeface="Arial"/>
                          <a:cs typeface="Arial"/>
                          <a:sym typeface="Arial"/>
                        </a:rPr>
                        <a:t>A6</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61290" rtl="0" algn="r">
                        <a:lnSpc>
                          <a:spcPct val="100000"/>
                        </a:lnSpc>
                        <a:spcBef>
                          <a:spcPts val="0"/>
                        </a:spcBef>
                        <a:spcAft>
                          <a:spcPts val="0"/>
                        </a:spcAft>
                        <a:buNone/>
                      </a:pPr>
                      <a:r>
                        <a:rPr lang="en-US" sz="2000">
                          <a:latin typeface="Arial"/>
                          <a:ea typeface="Arial"/>
                          <a:cs typeface="Arial"/>
                          <a:sym typeface="Arial"/>
                        </a:rPr>
                        <a:t>A7</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161925" rtl="0" algn="r">
                        <a:lnSpc>
                          <a:spcPct val="100000"/>
                        </a:lnSpc>
                        <a:spcBef>
                          <a:spcPts val="0"/>
                        </a:spcBef>
                        <a:spcAft>
                          <a:spcPts val="0"/>
                        </a:spcAft>
                        <a:buNone/>
                      </a:pPr>
                      <a:r>
                        <a:rPr lang="en-US" sz="2000">
                          <a:latin typeface="Arial"/>
                          <a:ea typeface="Arial"/>
                          <a:cs typeface="Arial"/>
                          <a:sym typeface="Arial"/>
                        </a:rPr>
                        <a:t>A8</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0" marR="75565" rtl="0" algn="ctr">
                        <a:lnSpc>
                          <a:spcPct val="100000"/>
                        </a:lnSpc>
                        <a:spcBef>
                          <a:spcPts val="0"/>
                        </a:spcBef>
                        <a:spcAft>
                          <a:spcPts val="0"/>
                        </a:spcAft>
                        <a:buNone/>
                      </a:pPr>
                      <a:r>
                        <a:rPr lang="en-US" sz="2000">
                          <a:latin typeface="Arial"/>
                          <a:ea typeface="Arial"/>
                          <a:cs typeface="Arial"/>
                          <a:sym typeface="Arial"/>
                        </a:rPr>
                        <a:t>A9</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lang="en-US" sz="2000">
                          <a:latin typeface="Arial"/>
                          <a:ea typeface="Arial"/>
                          <a:cs typeface="Arial"/>
                          <a:sym typeface="Arial"/>
                        </a:rPr>
                        <a:t>A10</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lang="en-US" sz="2000">
                          <a:latin typeface="Arial"/>
                          <a:ea typeface="Arial"/>
                          <a:cs typeface="Arial"/>
                          <a:sym typeface="Arial"/>
                        </a:rPr>
                        <a:t>A11</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c>
                  <a:txBody>
                    <a:bodyPr/>
                    <a:lstStyle/>
                    <a:p>
                      <a:pPr indent="0" lvl="0" marL="85725" marR="0" rtl="0" algn="l">
                        <a:lnSpc>
                          <a:spcPct val="100000"/>
                        </a:lnSpc>
                        <a:spcBef>
                          <a:spcPts val="0"/>
                        </a:spcBef>
                        <a:spcAft>
                          <a:spcPts val="0"/>
                        </a:spcAft>
                        <a:buNone/>
                      </a:pPr>
                      <a:r>
                        <a:rPr lang="en-US" sz="2000">
                          <a:latin typeface="Arial"/>
                          <a:ea typeface="Arial"/>
                          <a:cs typeface="Arial"/>
                          <a:sym typeface="Arial"/>
                        </a:rPr>
                        <a:t>A12</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6E3BC"/>
                    </a:solidFill>
                  </a:tcPr>
                </a:tc>
              </a:tr>
              <a:tr h="54990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W</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1270" marR="0" rtl="0" algn="ctr">
                        <a:lnSpc>
                          <a:spcPct val="100000"/>
                        </a:lnSpc>
                        <a:spcBef>
                          <a:spcPts val="0"/>
                        </a:spcBef>
                        <a:spcAft>
                          <a:spcPts val="0"/>
                        </a:spcAft>
                        <a:buNone/>
                      </a:pPr>
                      <a:r>
                        <a:rPr lang="en-US" sz="1800">
                          <a:latin typeface="Arial"/>
                          <a:ea typeface="Arial"/>
                          <a:cs typeface="Arial"/>
                          <a:sym typeface="Arial"/>
                        </a:rPr>
                        <a:t>X</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2540"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990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X</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1270" marR="0" rtl="0" algn="ctr">
                        <a:lnSpc>
                          <a:spcPct val="100000"/>
                        </a:lnSpc>
                        <a:spcBef>
                          <a:spcPts val="0"/>
                        </a:spcBef>
                        <a:spcAft>
                          <a:spcPts val="0"/>
                        </a:spcAft>
                        <a:buNone/>
                      </a:pPr>
                      <a:r>
                        <a:rPr lang="en-US" sz="1800">
                          <a:latin typeface="Arial"/>
                          <a:ea typeface="Arial"/>
                          <a:cs typeface="Arial"/>
                          <a:sym typeface="Arial"/>
                        </a:rPr>
                        <a:t>X</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97485" rtl="0" algn="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990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Y</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97485" rtl="0" algn="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9900">
                <a:tc>
                  <a:txBody>
                    <a:bodyPr/>
                    <a:lstStyle/>
                    <a:p>
                      <a:pPr indent="0" lvl="0" marL="85090" marR="0" rtl="0" algn="l">
                        <a:lnSpc>
                          <a:spcPct val="100000"/>
                        </a:lnSpc>
                        <a:spcBef>
                          <a:spcPts val="0"/>
                        </a:spcBef>
                        <a:spcAft>
                          <a:spcPts val="0"/>
                        </a:spcAft>
                        <a:buNone/>
                      </a:pPr>
                      <a:r>
                        <a:rPr lang="en-US" sz="2000">
                          <a:latin typeface="Arial"/>
                          <a:ea typeface="Arial"/>
                          <a:cs typeface="Arial"/>
                          <a:sym typeface="Arial"/>
                        </a:rPr>
                        <a:t>Z</a:t>
                      </a:r>
                      <a:endParaRPr sz="20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8F679"/>
                    </a:solidFill>
                  </a:tcPr>
                </a:tc>
                <a:tc>
                  <a:txBody>
                    <a:bodyPr/>
                    <a:lstStyle/>
                    <a:p>
                      <a:pPr indent="0" lvl="0" marL="1270" marR="0" rtl="0" algn="ctr">
                        <a:lnSpc>
                          <a:spcPct val="100000"/>
                        </a:lnSpc>
                        <a:spcBef>
                          <a:spcPts val="0"/>
                        </a:spcBef>
                        <a:spcAft>
                          <a:spcPts val="0"/>
                        </a:spcAft>
                        <a:buNone/>
                      </a:pPr>
                      <a:r>
                        <a:rPr lang="en-US" sz="1800">
                          <a:latin typeface="Arial"/>
                          <a:ea typeface="Arial"/>
                          <a:cs typeface="Arial"/>
                          <a:sym typeface="Arial"/>
                        </a:rPr>
                        <a:t>X</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98120" rtl="0" algn="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97485" rtl="0" algn="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97485" rtl="0" algn="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97485" rtl="0" algn="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197485" rtl="0" algn="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None/>
                      </a:pPr>
                      <a:r>
                        <a:rPr lang="en-US" sz="1800">
                          <a:latin typeface="Arial"/>
                          <a:ea typeface="Arial"/>
                          <a:cs typeface="Arial"/>
                          <a:sym typeface="Arial"/>
                        </a:rPr>
                        <a:t>X</a:t>
                      </a:r>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3"/>
                                        </p:tgtEl>
                                        <p:attrNameLst>
                                          <p:attrName>style.visibility</p:attrName>
                                        </p:attrNameLst>
                                      </p:cBhvr>
                                      <p:to>
                                        <p:strVal val="visible"/>
                                      </p:to>
                                    </p:set>
                                    <p:anim calcmode="lin" valueType="num">
                                      <p:cBhvr additive="base">
                                        <p:cTn dur="500"/>
                                        <p:tgtEl>
                                          <p:spTgt spid="42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8"/>
          <p:cNvSpPr/>
          <p:nvPr/>
        </p:nvSpPr>
        <p:spPr>
          <a:xfrm>
            <a:off x="0" y="0"/>
            <a:ext cx="9144000" cy="584775"/>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verdana"/>
                <a:ea typeface="verdana"/>
                <a:cs typeface="verdana"/>
                <a:sym typeface="verdana"/>
              </a:rPr>
              <a:t>Advantage of decision table technique:</a:t>
            </a:r>
            <a:endParaRPr b="0" i="0" sz="3200">
              <a:solidFill>
                <a:schemeClr val="lt1"/>
              </a:solidFill>
              <a:latin typeface="verdana"/>
              <a:ea typeface="verdana"/>
              <a:cs typeface="verdana"/>
              <a:sym typeface="verdana"/>
            </a:endParaRPr>
          </a:p>
        </p:txBody>
      </p:sp>
      <p:sp>
        <p:nvSpPr>
          <p:cNvPr id="429" name="Google Shape;429;p48"/>
          <p:cNvSpPr/>
          <p:nvPr/>
        </p:nvSpPr>
        <p:spPr>
          <a:xfrm>
            <a:off x="0" y="838200"/>
            <a:ext cx="9144000" cy="5016758"/>
          </a:xfrm>
          <a:prstGeom prst="rect">
            <a:avLst/>
          </a:prstGeom>
          <a:noFill/>
          <a:ln>
            <a:noFill/>
          </a:ln>
        </p:spPr>
        <p:txBody>
          <a:bodyPr anchorCtr="0" anchor="t" bIns="45700" lIns="91425" spcFirstLastPara="1" rIns="91425" wrap="square" tIns="45700">
            <a:spAutoFit/>
          </a:bodyPr>
          <a:lstStyle/>
          <a:p>
            <a:pPr indent="-127000" lvl="0" marL="0" marR="0" rtl="0" algn="just">
              <a:spcBef>
                <a:spcPts val="0"/>
              </a:spcBef>
              <a:spcAft>
                <a:spcPts val="0"/>
              </a:spcAft>
              <a:buClr>
                <a:srgbClr val="000000"/>
              </a:buClr>
              <a:buSzPts val="2000"/>
              <a:buFont typeface="Calibri"/>
              <a:buAutoNum type="arabicPeriod"/>
            </a:pPr>
            <a:r>
              <a:rPr lang="en-US" sz="2000">
                <a:solidFill>
                  <a:srgbClr val="000000"/>
                </a:solidFill>
                <a:latin typeface="verdana"/>
                <a:ea typeface="verdana"/>
                <a:cs typeface="verdana"/>
                <a:sym typeface="verdana"/>
              </a:rPr>
              <a:t>Any complex business flow can be easily converted into the test scenarios &amp; test cases using this technique.</a:t>
            </a:r>
            <a:endParaRPr/>
          </a:p>
          <a:p>
            <a:pPr indent="0" lvl="0" marL="0" marR="0" rtl="0" algn="just">
              <a:spcBef>
                <a:spcPts val="0"/>
              </a:spcBef>
              <a:spcAft>
                <a:spcPts val="0"/>
              </a:spcAft>
              <a:buClr>
                <a:schemeClr val="dk1"/>
              </a:buClr>
              <a:buSzPts val="2000"/>
              <a:buFont typeface="Calibri"/>
              <a:buNone/>
            </a:pPr>
            <a:r>
              <a:t/>
            </a:r>
            <a:endParaRPr sz="2000">
              <a:solidFill>
                <a:srgbClr val="000000"/>
              </a:solidFill>
              <a:latin typeface="verdana"/>
              <a:ea typeface="verdana"/>
              <a:cs typeface="verdana"/>
              <a:sym typeface="verdana"/>
            </a:endParaRPr>
          </a:p>
          <a:p>
            <a:pPr indent="-127000" lvl="0" marL="0" marR="0" rtl="0" algn="just">
              <a:spcBef>
                <a:spcPts val="0"/>
              </a:spcBef>
              <a:spcAft>
                <a:spcPts val="0"/>
              </a:spcAft>
              <a:buClr>
                <a:srgbClr val="000000"/>
              </a:buClr>
              <a:buSzPts val="2000"/>
              <a:buFont typeface="Calibri"/>
              <a:buAutoNum type="arabicPeriod"/>
            </a:pPr>
            <a:r>
              <a:rPr lang="en-US" sz="2000">
                <a:solidFill>
                  <a:srgbClr val="000000"/>
                </a:solidFill>
                <a:latin typeface="verdana"/>
                <a:ea typeface="verdana"/>
                <a:cs typeface="verdana"/>
                <a:sym typeface="verdana"/>
              </a:rPr>
              <a:t>Such type of table are work iteratively, means the table created at the first iteration is used as input table for next tables. Such iteration can be carried out only if the initial table is unsatisfactory.</a:t>
            </a:r>
            <a:endParaRPr/>
          </a:p>
          <a:p>
            <a:pPr indent="0" lvl="0" marL="0" marR="0" rtl="0" algn="just">
              <a:spcBef>
                <a:spcPts val="0"/>
              </a:spcBef>
              <a:spcAft>
                <a:spcPts val="0"/>
              </a:spcAft>
              <a:buClr>
                <a:schemeClr val="dk1"/>
              </a:buClr>
              <a:buSzPts val="2000"/>
              <a:buFont typeface="Calibri"/>
              <a:buNone/>
            </a:pPr>
            <a:r>
              <a:t/>
            </a:r>
            <a:endParaRPr sz="2000">
              <a:solidFill>
                <a:srgbClr val="000000"/>
              </a:solidFill>
              <a:latin typeface="verdana"/>
              <a:ea typeface="verdana"/>
              <a:cs typeface="verdana"/>
              <a:sym typeface="verdana"/>
            </a:endParaRPr>
          </a:p>
          <a:p>
            <a:pPr indent="-127000" lvl="0" marL="0" marR="0" rtl="0" algn="just">
              <a:spcBef>
                <a:spcPts val="0"/>
              </a:spcBef>
              <a:spcAft>
                <a:spcPts val="0"/>
              </a:spcAft>
              <a:buClr>
                <a:srgbClr val="000000"/>
              </a:buClr>
              <a:buSzPts val="2000"/>
              <a:buFont typeface="Calibri"/>
              <a:buAutoNum type="arabicPeriod"/>
            </a:pPr>
            <a:r>
              <a:rPr lang="en-US" sz="2000">
                <a:solidFill>
                  <a:srgbClr val="000000"/>
                </a:solidFill>
                <a:latin typeface="verdana"/>
                <a:ea typeface="verdana"/>
                <a:cs typeface="verdana"/>
                <a:sym typeface="verdana"/>
              </a:rPr>
              <a:t>Simple to understand and everyone can use this method design the test scenarios &amp; test cases.</a:t>
            </a:r>
            <a:endParaRPr/>
          </a:p>
          <a:p>
            <a:pPr indent="0" lvl="0" marL="0" marR="0" rtl="0" algn="just">
              <a:spcBef>
                <a:spcPts val="0"/>
              </a:spcBef>
              <a:spcAft>
                <a:spcPts val="0"/>
              </a:spcAft>
              <a:buClr>
                <a:schemeClr val="dk1"/>
              </a:buClr>
              <a:buSzPts val="2000"/>
              <a:buFont typeface="Calibri"/>
              <a:buNone/>
            </a:pPr>
            <a:r>
              <a:t/>
            </a:r>
            <a:endParaRPr sz="2000">
              <a:solidFill>
                <a:srgbClr val="000000"/>
              </a:solidFill>
              <a:latin typeface="verdana"/>
              <a:ea typeface="verdana"/>
              <a:cs typeface="verdana"/>
              <a:sym typeface="verdana"/>
            </a:endParaRPr>
          </a:p>
          <a:p>
            <a:pPr indent="-127000" lvl="0" marL="0" marR="0" rtl="0" algn="just">
              <a:spcBef>
                <a:spcPts val="0"/>
              </a:spcBef>
              <a:spcAft>
                <a:spcPts val="0"/>
              </a:spcAft>
              <a:buClr>
                <a:srgbClr val="000000"/>
              </a:buClr>
              <a:buSzPts val="2000"/>
              <a:buFont typeface="Calibri"/>
              <a:buAutoNum type="arabicPeriod"/>
            </a:pPr>
            <a:r>
              <a:rPr lang="en-US" sz="2000">
                <a:solidFill>
                  <a:srgbClr val="000000"/>
                </a:solidFill>
                <a:latin typeface="verdana"/>
                <a:ea typeface="verdana"/>
                <a:cs typeface="verdana"/>
                <a:sym typeface="verdana"/>
              </a:rPr>
              <a:t>It provide complete coverage of test cases which help to reduce the rework on writing test scenarios &amp; test cases.</a:t>
            </a:r>
            <a:endParaRPr/>
          </a:p>
          <a:p>
            <a:pPr indent="0" lvl="0" marL="0" marR="0" rtl="0" algn="just">
              <a:spcBef>
                <a:spcPts val="0"/>
              </a:spcBef>
              <a:spcAft>
                <a:spcPts val="0"/>
              </a:spcAft>
              <a:buClr>
                <a:schemeClr val="dk1"/>
              </a:buClr>
              <a:buSzPts val="2000"/>
              <a:buFont typeface="Calibri"/>
              <a:buNone/>
            </a:pPr>
            <a:r>
              <a:t/>
            </a:r>
            <a:endParaRPr sz="2000">
              <a:solidFill>
                <a:srgbClr val="000000"/>
              </a:solidFill>
              <a:latin typeface="verdana"/>
              <a:ea typeface="verdana"/>
              <a:cs typeface="verdana"/>
              <a:sym typeface="verdana"/>
            </a:endParaRPr>
          </a:p>
          <a:p>
            <a:pPr indent="-127000" lvl="0" marL="0" marR="0" rtl="0" algn="just">
              <a:spcBef>
                <a:spcPts val="0"/>
              </a:spcBef>
              <a:spcAft>
                <a:spcPts val="0"/>
              </a:spcAft>
              <a:buClr>
                <a:srgbClr val="000000"/>
              </a:buClr>
              <a:buSzPts val="2000"/>
              <a:buFont typeface="Calibri"/>
              <a:buAutoNum type="arabicPeriod"/>
            </a:pPr>
            <a:r>
              <a:rPr lang="en-US" sz="2000">
                <a:solidFill>
                  <a:srgbClr val="000000"/>
                </a:solidFill>
                <a:latin typeface="verdana"/>
                <a:ea typeface="verdana"/>
                <a:cs typeface="verdana"/>
                <a:sym typeface="verdana"/>
              </a:rPr>
              <a:t>These tables guarantee that we consider every possible combination of condition values. This is known as its “completeness property”.</a:t>
            </a:r>
            <a:endParaRPr b="0" i="0" sz="2000">
              <a:solidFill>
                <a:srgbClr val="000000"/>
              </a:solidFill>
              <a:latin typeface="verdana"/>
              <a:ea typeface="verdana"/>
              <a:cs typeface="verdana"/>
              <a:sym typeface="verdan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9"/>
          <p:cNvSpPr txBox="1"/>
          <p:nvPr/>
        </p:nvSpPr>
        <p:spPr>
          <a:xfrm>
            <a:off x="1685925" y="5138115"/>
            <a:ext cx="5772785" cy="61722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4000">
                <a:solidFill>
                  <a:srgbClr val="C00000"/>
                </a:solidFill>
                <a:latin typeface="Arial"/>
                <a:ea typeface="Arial"/>
                <a:cs typeface="Arial"/>
                <a:sym typeface="Arial"/>
              </a:rPr>
              <a:t>State-Transition Testing</a:t>
            </a:r>
            <a:endParaRPr sz="4000">
              <a:solidFill>
                <a:schemeClr val="dk1"/>
              </a:solidFill>
              <a:latin typeface="Arial"/>
              <a:ea typeface="Arial"/>
              <a:cs typeface="Arial"/>
              <a:sym typeface="Arial"/>
            </a:endParaRPr>
          </a:p>
        </p:txBody>
      </p:sp>
      <p:sp>
        <p:nvSpPr>
          <p:cNvPr id="435" name="Google Shape;435;p49"/>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49"/>
          <p:cNvSpPr/>
          <p:nvPr/>
        </p:nvSpPr>
        <p:spPr>
          <a:xfrm>
            <a:off x="3009900" y="1389888"/>
            <a:ext cx="3121152" cy="3121152"/>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49"/>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0"/>
          <p:cNvSpPr txBox="1"/>
          <p:nvPr/>
        </p:nvSpPr>
        <p:spPr>
          <a:xfrm>
            <a:off x="0" y="1600200"/>
            <a:ext cx="9144000" cy="3439403"/>
          </a:xfrm>
          <a:prstGeom prst="rect">
            <a:avLst/>
          </a:prstGeom>
          <a:noFill/>
          <a:ln>
            <a:noFill/>
          </a:ln>
        </p:spPr>
        <p:txBody>
          <a:bodyPr anchorCtr="0" anchor="t" bIns="0" lIns="0" spcFirstLastPara="1" rIns="0" wrap="square" tIns="0">
            <a:spAutoFit/>
          </a:bodyPr>
          <a:lstStyle/>
          <a:p>
            <a:pPr indent="-342900" lvl="0" marL="355600" marR="421640" rtl="0" algn="just">
              <a:lnSpc>
                <a:spcPct val="100000"/>
              </a:lnSpc>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State-Transition diagrams are an excellent  tool to capture certain types of </a:t>
            </a:r>
            <a:r>
              <a:rPr lang="en-US" sz="3000">
                <a:solidFill>
                  <a:srgbClr val="C00000"/>
                </a:solidFill>
                <a:latin typeface="Arial"/>
                <a:ea typeface="Arial"/>
                <a:cs typeface="Arial"/>
                <a:sym typeface="Arial"/>
              </a:rPr>
              <a:t>system  requirements </a:t>
            </a:r>
            <a:r>
              <a:rPr lang="en-US" sz="3000">
                <a:solidFill>
                  <a:schemeClr val="dk1"/>
                </a:solidFill>
                <a:latin typeface="Arial"/>
                <a:ea typeface="Arial"/>
                <a:cs typeface="Arial"/>
                <a:sym typeface="Arial"/>
              </a:rPr>
              <a:t>and to </a:t>
            </a:r>
            <a:r>
              <a:rPr lang="en-US" sz="3000">
                <a:solidFill>
                  <a:srgbClr val="C00000"/>
                </a:solidFill>
                <a:latin typeface="Arial"/>
                <a:ea typeface="Arial"/>
                <a:cs typeface="Arial"/>
                <a:sym typeface="Arial"/>
              </a:rPr>
              <a:t>document internal  system design</a:t>
            </a:r>
            <a:endParaRPr sz="3000">
              <a:solidFill>
                <a:schemeClr val="dk1"/>
              </a:solidFill>
              <a:latin typeface="Arial"/>
              <a:ea typeface="Arial"/>
              <a:cs typeface="Arial"/>
              <a:sym typeface="Arial"/>
            </a:endParaRPr>
          </a:p>
          <a:p>
            <a:pPr indent="0" lvl="0" marL="0" marR="0" rtl="0" algn="just">
              <a:lnSpc>
                <a:spcPct val="100000"/>
              </a:lnSpc>
              <a:spcBef>
                <a:spcPts val="39"/>
              </a:spcBef>
              <a:spcAft>
                <a:spcPts val="0"/>
              </a:spcAft>
              <a:buClr>
                <a:schemeClr val="dk1"/>
              </a:buClr>
              <a:buSzPts val="4350"/>
              <a:buFont typeface="Noto Sans Symbols"/>
              <a:buNone/>
            </a:pPr>
            <a:r>
              <a:t/>
            </a:r>
            <a:endParaRPr sz="4350">
              <a:solidFill>
                <a:schemeClr val="dk1"/>
              </a:solidFill>
              <a:latin typeface="Times New Roman"/>
              <a:ea typeface="Times New Roman"/>
              <a:cs typeface="Times New Roman"/>
              <a:sym typeface="Times New Roman"/>
            </a:endParaRPr>
          </a:p>
          <a:p>
            <a:pPr indent="-342900" lvl="0" marL="355600" marR="5080" rtl="0" algn="just">
              <a:lnSpc>
                <a:spcPct val="100000"/>
              </a:lnSpc>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These diagrams document the </a:t>
            </a:r>
            <a:r>
              <a:rPr lang="en-US" sz="3000">
                <a:solidFill>
                  <a:srgbClr val="C00000"/>
                </a:solidFill>
                <a:latin typeface="Arial"/>
                <a:ea typeface="Arial"/>
                <a:cs typeface="Arial"/>
                <a:sym typeface="Arial"/>
              </a:rPr>
              <a:t>events </a:t>
            </a:r>
            <a:r>
              <a:rPr lang="en-US" sz="3000">
                <a:solidFill>
                  <a:schemeClr val="dk1"/>
                </a:solidFill>
                <a:latin typeface="Arial"/>
                <a:ea typeface="Arial"/>
                <a:cs typeface="Arial"/>
                <a:sym typeface="Arial"/>
              </a:rPr>
              <a:t>that  </a:t>
            </a:r>
            <a:r>
              <a:rPr lang="en-US" sz="3000">
                <a:solidFill>
                  <a:srgbClr val="C00000"/>
                </a:solidFill>
                <a:latin typeface="Arial"/>
                <a:ea typeface="Arial"/>
                <a:cs typeface="Arial"/>
                <a:sym typeface="Arial"/>
              </a:rPr>
              <a:t>come into </a:t>
            </a:r>
            <a:r>
              <a:rPr lang="en-US" sz="3000">
                <a:solidFill>
                  <a:schemeClr val="dk1"/>
                </a:solidFill>
                <a:latin typeface="Arial"/>
                <a:ea typeface="Arial"/>
                <a:cs typeface="Arial"/>
                <a:sym typeface="Arial"/>
              </a:rPr>
              <a:t>and are </a:t>
            </a:r>
            <a:r>
              <a:rPr lang="en-US" sz="3000">
                <a:solidFill>
                  <a:srgbClr val="C00000"/>
                </a:solidFill>
                <a:latin typeface="Arial"/>
                <a:ea typeface="Arial"/>
                <a:cs typeface="Arial"/>
                <a:sym typeface="Arial"/>
              </a:rPr>
              <a:t>processed </a:t>
            </a:r>
            <a:r>
              <a:rPr lang="en-US" sz="3000">
                <a:solidFill>
                  <a:schemeClr val="dk1"/>
                </a:solidFill>
                <a:latin typeface="Arial"/>
                <a:ea typeface="Arial"/>
                <a:cs typeface="Arial"/>
                <a:sym typeface="Arial"/>
              </a:rPr>
              <a:t>by a system as  well as the </a:t>
            </a:r>
            <a:r>
              <a:rPr lang="en-US" sz="3000">
                <a:solidFill>
                  <a:srgbClr val="C00000"/>
                </a:solidFill>
                <a:latin typeface="Arial"/>
                <a:ea typeface="Arial"/>
                <a:cs typeface="Arial"/>
                <a:sym typeface="Arial"/>
              </a:rPr>
              <a:t>system's responses</a:t>
            </a:r>
            <a:endParaRPr sz="3000">
              <a:solidFill>
                <a:schemeClr val="dk1"/>
              </a:solidFill>
              <a:latin typeface="Arial"/>
              <a:ea typeface="Arial"/>
              <a:cs typeface="Arial"/>
              <a:sym typeface="Arial"/>
            </a:endParaRPr>
          </a:p>
        </p:txBody>
      </p:sp>
      <p:sp>
        <p:nvSpPr>
          <p:cNvPr id="443" name="Google Shape;443;p50"/>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50"/>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a:t>
            </a:r>
            <a:endParaRPr/>
          </a:p>
        </p:txBody>
      </p:sp>
      <p:sp>
        <p:nvSpPr>
          <p:cNvPr id="445" name="Google Shape;445;p50"/>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1"/>
          <p:cNvSpPr txBox="1"/>
          <p:nvPr/>
        </p:nvSpPr>
        <p:spPr>
          <a:xfrm>
            <a:off x="0" y="1752600"/>
            <a:ext cx="9144000" cy="2295525"/>
          </a:xfrm>
          <a:prstGeom prst="rect">
            <a:avLst/>
          </a:prstGeom>
          <a:noFill/>
          <a:ln>
            <a:noFill/>
          </a:ln>
        </p:spPr>
        <p:txBody>
          <a:bodyPr anchorCtr="0" anchor="t" bIns="0" lIns="0" spcFirstLastPara="1" rIns="0" wrap="square" tIns="0">
            <a:spAutoFit/>
          </a:bodyPr>
          <a:lstStyle/>
          <a:p>
            <a:pPr indent="-342900" lvl="0" marL="355600" marR="5080" rtl="0" algn="just">
              <a:lnSpc>
                <a:spcPct val="100000"/>
              </a:lnSpc>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When a system must remember something  about </a:t>
            </a:r>
            <a:r>
              <a:rPr lang="en-US" sz="3000">
                <a:solidFill>
                  <a:srgbClr val="C00000"/>
                </a:solidFill>
                <a:latin typeface="Arial"/>
                <a:ea typeface="Arial"/>
                <a:cs typeface="Arial"/>
                <a:sym typeface="Arial"/>
              </a:rPr>
              <a:t>what has happened before </a:t>
            </a:r>
            <a:r>
              <a:rPr lang="en-US" sz="3000">
                <a:solidFill>
                  <a:schemeClr val="dk1"/>
                </a:solidFill>
                <a:latin typeface="Arial"/>
                <a:ea typeface="Arial"/>
                <a:cs typeface="Arial"/>
                <a:sym typeface="Arial"/>
              </a:rPr>
              <a:t>or when  </a:t>
            </a:r>
            <a:r>
              <a:rPr lang="en-US" sz="3000">
                <a:solidFill>
                  <a:srgbClr val="C00000"/>
                </a:solidFill>
                <a:latin typeface="Arial"/>
                <a:ea typeface="Arial"/>
                <a:cs typeface="Arial"/>
                <a:sym typeface="Arial"/>
              </a:rPr>
              <a:t>valid </a:t>
            </a:r>
            <a:r>
              <a:rPr lang="en-US" sz="3000">
                <a:solidFill>
                  <a:schemeClr val="dk1"/>
                </a:solidFill>
                <a:latin typeface="Arial"/>
                <a:ea typeface="Arial"/>
                <a:cs typeface="Arial"/>
                <a:sym typeface="Arial"/>
              </a:rPr>
              <a:t>and </a:t>
            </a:r>
            <a:r>
              <a:rPr lang="en-US" sz="3000">
                <a:solidFill>
                  <a:srgbClr val="C00000"/>
                </a:solidFill>
                <a:latin typeface="Arial"/>
                <a:ea typeface="Arial"/>
                <a:cs typeface="Arial"/>
                <a:sym typeface="Arial"/>
              </a:rPr>
              <a:t>invalid orders </a:t>
            </a:r>
            <a:r>
              <a:rPr lang="en-US" sz="3000">
                <a:solidFill>
                  <a:schemeClr val="dk1"/>
                </a:solidFill>
                <a:latin typeface="Arial"/>
                <a:ea typeface="Arial"/>
                <a:cs typeface="Arial"/>
                <a:sym typeface="Arial"/>
              </a:rPr>
              <a:t>of operations exist,  state-transition diagrams are excellent tools  to record this information</a:t>
            </a:r>
            <a:endParaRPr sz="3000">
              <a:solidFill>
                <a:schemeClr val="dk1"/>
              </a:solidFill>
              <a:latin typeface="Arial"/>
              <a:ea typeface="Arial"/>
              <a:cs typeface="Arial"/>
              <a:sym typeface="Arial"/>
            </a:endParaRPr>
          </a:p>
        </p:txBody>
      </p:sp>
      <p:sp>
        <p:nvSpPr>
          <p:cNvPr id="451" name="Google Shape;451;p51"/>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51"/>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a:t>
            </a:r>
            <a:endParaRPr/>
          </a:p>
        </p:txBody>
      </p:sp>
      <p:sp>
        <p:nvSpPr>
          <p:cNvPr id="453" name="Google Shape;453;p51"/>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2"/>
          <p:cNvSpPr txBox="1"/>
          <p:nvPr/>
        </p:nvSpPr>
        <p:spPr>
          <a:xfrm>
            <a:off x="535940" y="1483105"/>
            <a:ext cx="7098030" cy="4566285"/>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Models each </a:t>
            </a:r>
            <a:r>
              <a:rPr lang="en-US" sz="3000">
                <a:solidFill>
                  <a:srgbClr val="C00000"/>
                </a:solidFill>
                <a:latin typeface="Arial"/>
                <a:ea typeface="Arial"/>
                <a:cs typeface="Arial"/>
                <a:sym typeface="Arial"/>
              </a:rPr>
              <a:t>state </a:t>
            </a:r>
            <a:r>
              <a:rPr lang="en-US" sz="3000">
                <a:solidFill>
                  <a:schemeClr val="dk1"/>
                </a:solidFill>
                <a:latin typeface="Arial"/>
                <a:ea typeface="Arial"/>
                <a:cs typeface="Arial"/>
                <a:sym typeface="Arial"/>
              </a:rPr>
              <a:t>a system can exist in</a:t>
            </a:r>
            <a:endParaRPr sz="3000">
              <a:solidFill>
                <a:schemeClr val="dk1"/>
              </a:solidFill>
              <a:latin typeface="Arial"/>
              <a:ea typeface="Arial"/>
              <a:cs typeface="Arial"/>
              <a:sym typeface="Arial"/>
            </a:endParaRPr>
          </a:p>
          <a:p>
            <a:pPr indent="0" lvl="0" marL="0" marR="0" rtl="0" algn="l">
              <a:lnSpc>
                <a:spcPct val="100000"/>
              </a:lnSpc>
              <a:spcBef>
                <a:spcPts val="40"/>
              </a:spcBef>
              <a:spcAft>
                <a:spcPts val="0"/>
              </a:spcAft>
              <a:buClr>
                <a:schemeClr val="dk1"/>
              </a:buClr>
              <a:buSzPts val="4350"/>
              <a:buFont typeface="Noto Sans Symbols"/>
              <a:buNone/>
            </a:pPr>
            <a:r>
              <a:t/>
            </a:r>
            <a:endParaRPr sz="4350">
              <a:solidFill>
                <a:schemeClr val="dk1"/>
              </a:solidFill>
              <a:latin typeface="Times New Roman"/>
              <a:ea typeface="Times New Roman"/>
              <a:cs typeface="Times New Roman"/>
              <a:sym typeface="Times New Roman"/>
            </a:endParaRPr>
          </a:p>
          <a:p>
            <a:pPr indent="-342900" lvl="0" marL="355600" marR="0" rtl="0" algn="l">
              <a:lnSpc>
                <a:spcPct val="100000"/>
              </a:lnSpc>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Models each state </a:t>
            </a:r>
            <a:r>
              <a:rPr lang="en-US" sz="3000">
                <a:solidFill>
                  <a:srgbClr val="C00000"/>
                </a:solidFill>
                <a:latin typeface="Arial"/>
                <a:ea typeface="Arial"/>
                <a:cs typeface="Arial"/>
                <a:sym typeface="Arial"/>
              </a:rPr>
              <a:t>transition</a:t>
            </a:r>
            <a:endParaRPr sz="3000">
              <a:solidFill>
                <a:schemeClr val="dk1"/>
              </a:solidFill>
              <a:latin typeface="Arial"/>
              <a:ea typeface="Arial"/>
              <a:cs typeface="Arial"/>
              <a:sym typeface="Arial"/>
            </a:endParaRPr>
          </a:p>
          <a:p>
            <a:pPr indent="0" lvl="0" marL="0" marR="0" rtl="0" algn="l">
              <a:lnSpc>
                <a:spcPct val="100000"/>
              </a:lnSpc>
              <a:spcBef>
                <a:spcPts val="39"/>
              </a:spcBef>
              <a:spcAft>
                <a:spcPts val="0"/>
              </a:spcAft>
              <a:buClr>
                <a:schemeClr val="dk1"/>
              </a:buClr>
              <a:buSzPts val="4350"/>
              <a:buFont typeface="Noto Sans Symbols"/>
              <a:buNone/>
            </a:pPr>
            <a:r>
              <a:t/>
            </a:r>
            <a:endParaRPr sz="4350">
              <a:solidFill>
                <a:schemeClr val="dk1"/>
              </a:solidFill>
              <a:latin typeface="Times New Roman"/>
              <a:ea typeface="Times New Roman"/>
              <a:cs typeface="Times New Roman"/>
              <a:sym typeface="Times New Roman"/>
            </a:endParaRPr>
          </a:p>
          <a:p>
            <a:pPr indent="-342900" lvl="0" marL="355600" marR="0" rtl="0" algn="l">
              <a:lnSpc>
                <a:spcPct val="100000"/>
              </a:lnSpc>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Defines for each state transition</a:t>
            </a:r>
            <a:endParaRPr sz="3000">
              <a:solidFill>
                <a:schemeClr val="dk1"/>
              </a:solidFill>
              <a:latin typeface="Arial"/>
              <a:ea typeface="Arial"/>
              <a:cs typeface="Arial"/>
              <a:sym typeface="Arial"/>
            </a:endParaRPr>
          </a:p>
          <a:p>
            <a:pPr indent="-286385" lvl="1" marL="756285" marR="0" rtl="0" algn="l">
              <a:lnSpc>
                <a:spcPct val="100000"/>
              </a:lnSpc>
              <a:spcBef>
                <a:spcPts val="64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Start State</a:t>
            </a:r>
            <a:endParaRPr b="0" i="0" sz="2600" u="none" cap="none" strike="noStrike">
              <a:solidFill>
                <a:schemeClr val="dk1"/>
              </a:solidFill>
              <a:latin typeface="Arial"/>
              <a:ea typeface="Arial"/>
              <a:cs typeface="Arial"/>
              <a:sym typeface="Arial"/>
            </a:endParaRPr>
          </a:p>
          <a:p>
            <a:pPr indent="-286385" lvl="1" marL="756285" marR="0" rtl="0" algn="l">
              <a:lnSpc>
                <a:spcPct val="100000"/>
              </a:lnSpc>
              <a:spcBef>
                <a:spcPts val="625"/>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Input</a:t>
            </a:r>
            <a:endParaRPr b="0" i="0" sz="2600" u="none" cap="none" strike="noStrike">
              <a:solidFill>
                <a:schemeClr val="dk1"/>
              </a:solidFill>
              <a:latin typeface="Arial"/>
              <a:ea typeface="Arial"/>
              <a:cs typeface="Arial"/>
              <a:sym typeface="Arial"/>
            </a:endParaRPr>
          </a:p>
          <a:p>
            <a:pPr indent="-286385" lvl="1" marL="756285" marR="0" rtl="0" algn="l">
              <a:lnSpc>
                <a:spcPct val="100000"/>
              </a:lnSpc>
              <a:spcBef>
                <a:spcPts val="625"/>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Output</a:t>
            </a:r>
            <a:endParaRPr b="0" i="0" sz="2600" u="none" cap="none" strike="noStrike">
              <a:solidFill>
                <a:schemeClr val="dk1"/>
              </a:solidFill>
              <a:latin typeface="Arial"/>
              <a:ea typeface="Arial"/>
              <a:cs typeface="Arial"/>
              <a:sym typeface="Arial"/>
            </a:endParaRPr>
          </a:p>
          <a:p>
            <a:pPr indent="-286385" lvl="1" marL="756285" marR="0" rtl="0" algn="l">
              <a:lnSpc>
                <a:spcPct val="100000"/>
              </a:lnSpc>
              <a:spcBef>
                <a:spcPts val="62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Finish State</a:t>
            </a:r>
            <a:endParaRPr b="0" i="0" sz="2600" u="none" cap="none" strike="noStrike">
              <a:solidFill>
                <a:schemeClr val="dk1"/>
              </a:solidFill>
              <a:latin typeface="Arial"/>
              <a:ea typeface="Arial"/>
              <a:cs typeface="Arial"/>
              <a:sym typeface="Arial"/>
            </a:endParaRPr>
          </a:p>
        </p:txBody>
      </p:sp>
      <p:sp>
        <p:nvSpPr>
          <p:cNvPr id="459" name="Google Shape;459;p52"/>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52"/>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a:t>
            </a:r>
            <a:endParaRPr/>
          </a:p>
        </p:txBody>
      </p:sp>
      <p:sp>
        <p:nvSpPr>
          <p:cNvPr id="461" name="Google Shape;461;p52"/>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3"/>
          <p:cNvSpPr txBox="1"/>
          <p:nvPr/>
        </p:nvSpPr>
        <p:spPr>
          <a:xfrm>
            <a:off x="0" y="1483105"/>
            <a:ext cx="9144000" cy="3970318"/>
          </a:xfrm>
          <a:prstGeom prst="rect">
            <a:avLst/>
          </a:prstGeom>
          <a:noFill/>
          <a:ln>
            <a:noFill/>
          </a:ln>
        </p:spPr>
        <p:txBody>
          <a:bodyPr anchorCtr="0" anchor="t" bIns="0" lIns="0" spcFirstLastPara="1" rIns="0" wrap="square" tIns="0">
            <a:spAutoFit/>
          </a:bodyPr>
          <a:lstStyle/>
          <a:p>
            <a:pPr indent="-342900" lvl="0" marL="355600" marR="0" rtl="0" algn="just">
              <a:lnSpc>
                <a:spcPct val="100000"/>
              </a:lnSpc>
              <a:spcBef>
                <a:spcPts val="0"/>
              </a:spcBef>
              <a:spcAft>
                <a:spcPts val="0"/>
              </a:spcAft>
              <a:buClr>
                <a:schemeClr val="dk1"/>
              </a:buClr>
              <a:buSzPts val="3000"/>
              <a:buFont typeface="Noto Sans Symbols"/>
              <a:buChar char="▪"/>
            </a:pPr>
            <a:r>
              <a:rPr b="1" lang="en-US" sz="3000">
                <a:solidFill>
                  <a:schemeClr val="dk1"/>
                </a:solidFill>
                <a:latin typeface="Arial"/>
                <a:ea typeface="Arial"/>
                <a:cs typeface="Arial"/>
                <a:sym typeface="Arial"/>
              </a:rPr>
              <a:t>State</a:t>
            </a:r>
            <a:endParaRPr sz="3000">
              <a:solidFill>
                <a:schemeClr val="dk1"/>
              </a:solidFill>
              <a:latin typeface="Arial"/>
              <a:ea typeface="Arial"/>
              <a:cs typeface="Arial"/>
              <a:sym typeface="Arial"/>
            </a:endParaRPr>
          </a:p>
          <a:p>
            <a:pPr indent="-286385" lvl="1" marL="756285" marR="0" rtl="0" algn="just">
              <a:lnSpc>
                <a:spcPct val="100000"/>
              </a:lnSpc>
              <a:spcBef>
                <a:spcPts val="64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Represented by a </a:t>
            </a:r>
            <a:r>
              <a:rPr b="1" i="0" lang="en-US" sz="2600" u="none" cap="none" strike="noStrike">
                <a:solidFill>
                  <a:srgbClr val="C00000"/>
                </a:solidFill>
                <a:latin typeface="Arial"/>
                <a:ea typeface="Arial"/>
                <a:cs typeface="Arial"/>
                <a:sym typeface="Arial"/>
              </a:rPr>
              <a:t>circle</a:t>
            </a:r>
            <a:endParaRPr b="1" i="0" sz="2600" u="none" cap="none" strike="noStrike">
              <a:solidFill>
                <a:schemeClr val="dk1"/>
              </a:solidFill>
              <a:latin typeface="Arial"/>
              <a:ea typeface="Arial"/>
              <a:cs typeface="Arial"/>
              <a:sym typeface="Arial"/>
            </a:endParaRPr>
          </a:p>
          <a:p>
            <a:pPr indent="-286385" lvl="1" marL="756285" marR="5080" rtl="0" algn="just">
              <a:lnSpc>
                <a:spcPct val="100000"/>
              </a:lnSpc>
              <a:spcBef>
                <a:spcPts val="625"/>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A </a:t>
            </a:r>
            <a:r>
              <a:rPr b="1" i="0" lang="en-US" sz="2600" u="none" cap="none" strike="noStrike">
                <a:solidFill>
                  <a:schemeClr val="dk1"/>
                </a:solidFill>
                <a:latin typeface="Arial"/>
                <a:ea typeface="Arial"/>
                <a:cs typeface="Arial"/>
                <a:sym typeface="Arial"/>
              </a:rPr>
              <a:t>state is a condition </a:t>
            </a:r>
            <a:r>
              <a:rPr b="0" i="0" lang="en-US" sz="2600" u="none" cap="none" strike="noStrike">
                <a:solidFill>
                  <a:schemeClr val="dk1"/>
                </a:solidFill>
                <a:latin typeface="Arial"/>
                <a:ea typeface="Arial"/>
                <a:cs typeface="Arial"/>
                <a:sym typeface="Arial"/>
              </a:rPr>
              <a:t>in which a system is waiting  for one or more </a:t>
            </a:r>
            <a:r>
              <a:rPr b="1" i="0" lang="en-US" sz="2600" u="none" cap="none" strike="noStrike">
                <a:solidFill>
                  <a:srgbClr val="C00000"/>
                </a:solidFill>
                <a:latin typeface="Arial"/>
                <a:ea typeface="Arial"/>
                <a:cs typeface="Arial"/>
                <a:sym typeface="Arial"/>
              </a:rPr>
              <a:t>events</a:t>
            </a:r>
            <a:endParaRPr b="1" i="0" sz="2600" u="none" cap="none" strike="noStrike">
              <a:solidFill>
                <a:schemeClr val="dk1"/>
              </a:solidFill>
              <a:latin typeface="Arial"/>
              <a:ea typeface="Arial"/>
              <a:cs typeface="Arial"/>
              <a:sym typeface="Arial"/>
            </a:endParaRPr>
          </a:p>
          <a:p>
            <a:pPr indent="-286385" lvl="1" marL="756285" marR="92710" rtl="0" algn="just">
              <a:lnSpc>
                <a:spcPct val="100000"/>
              </a:lnSpc>
              <a:spcBef>
                <a:spcPts val="62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States "</a:t>
            </a:r>
            <a:r>
              <a:rPr b="0" i="0" lang="en-US" sz="2600" u="none" cap="none" strike="noStrike">
                <a:solidFill>
                  <a:srgbClr val="C00000"/>
                </a:solidFill>
                <a:latin typeface="Arial"/>
                <a:ea typeface="Arial"/>
                <a:cs typeface="Arial"/>
                <a:sym typeface="Arial"/>
              </a:rPr>
              <a:t>remember</a:t>
            </a:r>
            <a:r>
              <a:rPr b="0" i="0" lang="en-US" sz="2600" u="none" cap="none" strike="noStrike">
                <a:solidFill>
                  <a:schemeClr val="dk1"/>
                </a:solidFill>
                <a:latin typeface="Arial"/>
                <a:ea typeface="Arial"/>
                <a:cs typeface="Arial"/>
                <a:sym typeface="Arial"/>
              </a:rPr>
              <a:t>" inputs the system has  received in the past and define how the system  should respond to subsequent events when they  occur</a:t>
            </a:r>
            <a:endParaRPr/>
          </a:p>
          <a:p>
            <a:pPr indent="-286385" lvl="1" marL="756285" marR="0" rtl="0" algn="just">
              <a:lnSpc>
                <a:spcPct val="100000"/>
              </a:lnSpc>
              <a:spcBef>
                <a:spcPts val="62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These events may cause </a:t>
            </a:r>
            <a:r>
              <a:rPr b="0" i="0" lang="en-US" sz="2600" u="none" cap="none" strike="noStrike">
                <a:solidFill>
                  <a:srgbClr val="C00000"/>
                </a:solidFill>
                <a:latin typeface="Arial"/>
                <a:ea typeface="Arial"/>
                <a:cs typeface="Arial"/>
                <a:sym typeface="Arial"/>
              </a:rPr>
              <a:t>state-transitions </a:t>
            </a:r>
            <a:r>
              <a:rPr b="0" i="0" lang="en-US" sz="2600" u="none" cap="none" strike="noStrike">
                <a:solidFill>
                  <a:schemeClr val="dk1"/>
                </a:solidFill>
                <a:latin typeface="Arial"/>
                <a:ea typeface="Arial"/>
                <a:cs typeface="Arial"/>
                <a:sym typeface="Arial"/>
              </a:rPr>
              <a:t>and/or</a:t>
            </a:r>
            <a:endParaRPr/>
          </a:p>
          <a:p>
            <a:pPr indent="0" lvl="0" marL="756285" marR="0" rtl="0" algn="just">
              <a:lnSpc>
                <a:spcPct val="100000"/>
              </a:lnSpc>
              <a:spcBef>
                <a:spcPts val="0"/>
              </a:spcBef>
              <a:spcAft>
                <a:spcPts val="0"/>
              </a:spcAft>
              <a:buNone/>
            </a:pPr>
            <a:r>
              <a:rPr lang="en-US" sz="2600">
                <a:solidFill>
                  <a:srgbClr val="C00000"/>
                </a:solidFill>
                <a:latin typeface="Arial"/>
                <a:ea typeface="Arial"/>
                <a:cs typeface="Arial"/>
                <a:sym typeface="Arial"/>
              </a:rPr>
              <a:t>initiate actions</a:t>
            </a:r>
            <a:endParaRPr sz="2600">
              <a:solidFill>
                <a:schemeClr val="dk1"/>
              </a:solidFill>
              <a:latin typeface="Arial"/>
              <a:ea typeface="Arial"/>
              <a:cs typeface="Arial"/>
              <a:sym typeface="Arial"/>
            </a:endParaRPr>
          </a:p>
        </p:txBody>
      </p:sp>
      <p:sp>
        <p:nvSpPr>
          <p:cNvPr id="467" name="Google Shape;467;p53"/>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53"/>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a:t>
            </a:r>
            <a:endParaRPr/>
          </a:p>
        </p:txBody>
      </p:sp>
      <p:sp>
        <p:nvSpPr>
          <p:cNvPr id="469" name="Google Shape;469;p53"/>
          <p:cNvSpPr/>
          <p:nvPr/>
        </p:nvSpPr>
        <p:spPr>
          <a:xfrm>
            <a:off x="6558533" y="1300733"/>
            <a:ext cx="1824355" cy="838200"/>
          </a:xfrm>
          <a:custGeom>
            <a:rect b="b" l="l" r="r" t="t"/>
            <a:pathLst>
              <a:path extrusionOk="0" h="838200" w="1824354">
                <a:moveTo>
                  <a:pt x="912114" y="0"/>
                </a:moveTo>
                <a:lnTo>
                  <a:pt x="846967" y="1051"/>
                </a:lnTo>
                <a:lnTo>
                  <a:pt x="783057" y="4160"/>
                </a:lnTo>
                <a:lnTo>
                  <a:pt x="720539" y="9255"/>
                </a:lnTo>
                <a:lnTo>
                  <a:pt x="659568" y="16264"/>
                </a:lnTo>
                <a:lnTo>
                  <a:pt x="600296" y="25118"/>
                </a:lnTo>
                <a:lnTo>
                  <a:pt x="542879" y="35745"/>
                </a:lnTo>
                <a:lnTo>
                  <a:pt x="487471" y="48075"/>
                </a:lnTo>
                <a:lnTo>
                  <a:pt x="434226" y="62037"/>
                </a:lnTo>
                <a:lnTo>
                  <a:pt x="383298" y="77559"/>
                </a:lnTo>
                <a:lnTo>
                  <a:pt x="334841" y="94572"/>
                </a:lnTo>
                <a:lnTo>
                  <a:pt x="289011" y="113003"/>
                </a:lnTo>
                <a:lnTo>
                  <a:pt x="245960" y="132783"/>
                </a:lnTo>
                <a:lnTo>
                  <a:pt x="205843" y="153841"/>
                </a:lnTo>
                <a:lnTo>
                  <a:pt x="168816" y="176105"/>
                </a:lnTo>
                <a:lnTo>
                  <a:pt x="135030" y="199505"/>
                </a:lnTo>
                <a:lnTo>
                  <a:pt x="104642" y="223971"/>
                </a:lnTo>
                <a:lnTo>
                  <a:pt x="54674" y="275813"/>
                </a:lnTo>
                <a:lnTo>
                  <a:pt x="20145" y="331066"/>
                </a:lnTo>
                <a:lnTo>
                  <a:pt x="2289" y="389162"/>
                </a:lnTo>
                <a:lnTo>
                  <a:pt x="0" y="419100"/>
                </a:lnTo>
                <a:lnTo>
                  <a:pt x="2289" y="449037"/>
                </a:lnTo>
                <a:lnTo>
                  <a:pt x="20145" y="507133"/>
                </a:lnTo>
                <a:lnTo>
                  <a:pt x="54674" y="562386"/>
                </a:lnTo>
                <a:lnTo>
                  <a:pt x="104642" y="614228"/>
                </a:lnTo>
                <a:lnTo>
                  <a:pt x="135030" y="638694"/>
                </a:lnTo>
                <a:lnTo>
                  <a:pt x="168816" y="662094"/>
                </a:lnTo>
                <a:lnTo>
                  <a:pt x="205843" y="684358"/>
                </a:lnTo>
                <a:lnTo>
                  <a:pt x="245960" y="705416"/>
                </a:lnTo>
                <a:lnTo>
                  <a:pt x="289011" y="725196"/>
                </a:lnTo>
                <a:lnTo>
                  <a:pt x="334841" y="743627"/>
                </a:lnTo>
                <a:lnTo>
                  <a:pt x="383298" y="760640"/>
                </a:lnTo>
                <a:lnTo>
                  <a:pt x="434226" y="776162"/>
                </a:lnTo>
                <a:lnTo>
                  <a:pt x="487471" y="790124"/>
                </a:lnTo>
                <a:lnTo>
                  <a:pt x="542879" y="802454"/>
                </a:lnTo>
                <a:lnTo>
                  <a:pt x="600296" y="813081"/>
                </a:lnTo>
                <a:lnTo>
                  <a:pt x="659568" y="821935"/>
                </a:lnTo>
                <a:lnTo>
                  <a:pt x="720539" y="828944"/>
                </a:lnTo>
                <a:lnTo>
                  <a:pt x="783057" y="834039"/>
                </a:lnTo>
                <a:lnTo>
                  <a:pt x="846967" y="837148"/>
                </a:lnTo>
                <a:lnTo>
                  <a:pt x="912114" y="838200"/>
                </a:lnTo>
                <a:lnTo>
                  <a:pt x="977260" y="837148"/>
                </a:lnTo>
                <a:lnTo>
                  <a:pt x="1041170" y="834039"/>
                </a:lnTo>
                <a:lnTo>
                  <a:pt x="1103688" y="828944"/>
                </a:lnTo>
                <a:lnTo>
                  <a:pt x="1164659" y="821935"/>
                </a:lnTo>
                <a:lnTo>
                  <a:pt x="1223931" y="813081"/>
                </a:lnTo>
                <a:lnTo>
                  <a:pt x="1281348" y="802454"/>
                </a:lnTo>
                <a:lnTo>
                  <a:pt x="1336756" y="790124"/>
                </a:lnTo>
                <a:lnTo>
                  <a:pt x="1390001" y="776162"/>
                </a:lnTo>
                <a:lnTo>
                  <a:pt x="1440929" y="760640"/>
                </a:lnTo>
                <a:lnTo>
                  <a:pt x="1489386" y="743627"/>
                </a:lnTo>
                <a:lnTo>
                  <a:pt x="1535216" y="725196"/>
                </a:lnTo>
                <a:lnTo>
                  <a:pt x="1578267" y="705416"/>
                </a:lnTo>
                <a:lnTo>
                  <a:pt x="1618384" y="684358"/>
                </a:lnTo>
                <a:lnTo>
                  <a:pt x="1655411" y="662094"/>
                </a:lnTo>
                <a:lnTo>
                  <a:pt x="1689197" y="638694"/>
                </a:lnTo>
                <a:lnTo>
                  <a:pt x="1719585" y="614228"/>
                </a:lnTo>
                <a:lnTo>
                  <a:pt x="1769553" y="562386"/>
                </a:lnTo>
                <a:lnTo>
                  <a:pt x="1804082" y="507133"/>
                </a:lnTo>
                <a:lnTo>
                  <a:pt x="1821938" y="449037"/>
                </a:lnTo>
                <a:lnTo>
                  <a:pt x="1824227" y="419100"/>
                </a:lnTo>
                <a:lnTo>
                  <a:pt x="1821938" y="389162"/>
                </a:lnTo>
                <a:lnTo>
                  <a:pt x="1804082" y="331066"/>
                </a:lnTo>
                <a:lnTo>
                  <a:pt x="1769553" y="275813"/>
                </a:lnTo>
                <a:lnTo>
                  <a:pt x="1719585" y="223971"/>
                </a:lnTo>
                <a:lnTo>
                  <a:pt x="1689197" y="199505"/>
                </a:lnTo>
                <a:lnTo>
                  <a:pt x="1655411" y="176105"/>
                </a:lnTo>
                <a:lnTo>
                  <a:pt x="1618384" y="153841"/>
                </a:lnTo>
                <a:lnTo>
                  <a:pt x="1578267" y="132783"/>
                </a:lnTo>
                <a:lnTo>
                  <a:pt x="1535216" y="113003"/>
                </a:lnTo>
                <a:lnTo>
                  <a:pt x="1489386" y="94572"/>
                </a:lnTo>
                <a:lnTo>
                  <a:pt x="1440929" y="77559"/>
                </a:lnTo>
                <a:lnTo>
                  <a:pt x="1390001" y="62037"/>
                </a:lnTo>
                <a:lnTo>
                  <a:pt x="1336756" y="48075"/>
                </a:lnTo>
                <a:lnTo>
                  <a:pt x="1281348" y="35745"/>
                </a:lnTo>
                <a:lnTo>
                  <a:pt x="1223931" y="25118"/>
                </a:lnTo>
                <a:lnTo>
                  <a:pt x="1164659" y="16264"/>
                </a:lnTo>
                <a:lnTo>
                  <a:pt x="1103688" y="9255"/>
                </a:lnTo>
                <a:lnTo>
                  <a:pt x="1041170" y="4160"/>
                </a:lnTo>
                <a:lnTo>
                  <a:pt x="977260" y="1051"/>
                </a:lnTo>
                <a:lnTo>
                  <a:pt x="912114" y="0"/>
                </a:lnTo>
                <a:close/>
              </a:path>
            </a:pathLst>
          </a:custGeom>
          <a:solidFill>
            <a:srgbClr val="F375C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53"/>
          <p:cNvSpPr/>
          <p:nvPr/>
        </p:nvSpPr>
        <p:spPr>
          <a:xfrm>
            <a:off x="6558533" y="1300733"/>
            <a:ext cx="1824355" cy="838200"/>
          </a:xfrm>
          <a:custGeom>
            <a:rect b="b" l="l" r="r" t="t"/>
            <a:pathLst>
              <a:path extrusionOk="0" h="838200" w="1824354">
                <a:moveTo>
                  <a:pt x="0" y="419100"/>
                </a:moveTo>
                <a:lnTo>
                  <a:pt x="9056" y="359794"/>
                </a:lnTo>
                <a:lnTo>
                  <a:pt x="35403" y="303049"/>
                </a:lnTo>
                <a:lnTo>
                  <a:pt x="77805" y="249430"/>
                </a:lnTo>
                <a:lnTo>
                  <a:pt x="135030" y="199505"/>
                </a:lnTo>
                <a:lnTo>
                  <a:pt x="168816" y="176105"/>
                </a:lnTo>
                <a:lnTo>
                  <a:pt x="205843" y="153841"/>
                </a:lnTo>
                <a:lnTo>
                  <a:pt x="245960" y="132783"/>
                </a:lnTo>
                <a:lnTo>
                  <a:pt x="289011" y="113003"/>
                </a:lnTo>
                <a:lnTo>
                  <a:pt x="334841" y="94572"/>
                </a:lnTo>
                <a:lnTo>
                  <a:pt x="383298" y="77559"/>
                </a:lnTo>
                <a:lnTo>
                  <a:pt x="434226" y="62037"/>
                </a:lnTo>
                <a:lnTo>
                  <a:pt x="487471" y="48075"/>
                </a:lnTo>
                <a:lnTo>
                  <a:pt x="542879" y="35745"/>
                </a:lnTo>
                <a:lnTo>
                  <a:pt x="600296" y="25118"/>
                </a:lnTo>
                <a:lnTo>
                  <a:pt x="659568" y="16264"/>
                </a:lnTo>
                <a:lnTo>
                  <a:pt x="720539" y="9255"/>
                </a:lnTo>
                <a:lnTo>
                  <a:pt x="783057" y="4160"/>
                </a:lnTo>
                <a:lnTo>
                  <a:pt x="846967" y="1051"/>
                </a:lnTo>
                <a:lnTo>
                  <a:pt x="912114" y="0"/>
                </a:lnTo>
                <a:lnTo>
                  <a:pt x="977260" y="1051"/>
                </a:lnTo>
                <a:lnTo>
                  <a:pt x="1041170" y="4160"/>
                </a:lnTo>
                <a:lnTo>
                  <a:pt x="1103688" y="9255"/>
                </a:lnTo>
                <a:lnTo>
                  <a:pt x="1164659" y="16264"/>
                </a:lnTo>
                <a:lnTo>
                  <a:pt x="1223931" y="25118"/>
                </a:lnTo>
                <a:lnTo>
                  <a:pt x="1281348" y="35745"/>
                </a:lnTo>
                <a:lnTo>
                  <a:pt x="1336756" y="48075"/>
                </a:lnTo>
                <a:lnTo>
                  <a:pt x="1390001" y="62037"/>
                </a:lnTo>
                <a:lnTo>
                  <a:pt x="1440929" y="77559"/>
                </a:lnTo>
                <a:lnTo>
                  <a:pt x="1489386" y="94572"/>
                </a:lnTo>
                <a:lnTo>
                  <a:pt x="1535216" y="113003"/>
                </a:lnTo>
                <a:lnTo>
                  <a:pt x="1578267" y="132783"/>
                </a:lnTo>
                <a:lnTo>
                  <a:pt x="1618384" y="153841"/>
                </a:lnTo>
                <a:lnTo>
                  <a:pt x="1655411" y="176105"/>
                </a:lnTo>
                <a:lnTo>
                  <a:pt x="1689197" y="199505"/>
                </a:lnTo>
                <a:lnTo>
                  <a:pt x="1719585" y="223971"/>
                </a:lnTo>
                <a:lnTo>
                  <a:pt x="1769553" y="275813"/>
                </a:lnTo>
                <a:lnTo>
                  <a:pt x="1804082" y="331066"/>
                </a:lnTo>
                <a:lnTo>
                  <a:pt x="1821938" y="389162"/>
                </a:lnTo>
                <a:lnTo>
                  <a:pt x="1824227" y="419100"/>
                </a:lnTo>
                <a:lnTo>
                  <a:pt x="1821938" y="449037"/>
                </a:lnTo>
                <a:lnTo>
                  <a:pt x="1804082" y="507133"/>
                </a:lnTo>
                <a:lnTo>
                  <a:pt x="1769553" y="562386"/>
                </a:lnTo>
                <a:lnTo>
                  <a:pt x="1719585" y="614228"/>
                </a:lnTo>
                <a:lnTo>
                  <a:pt x="1689197" y="638694"/>
                </a:lnTo>
                <a:lnTo>
                  <a:pt x="1655411" y="662094"/>
                </a:lnTo>
                <a:lnTo>
                  <a:pt x="1618384" y="684358"/>
                </a:lnTo>
                <a:lnTo>
                  <a:pt x="1578267" y="705416"/>
                </a:lnTo>
                <a:lnTo>
                  <a:pt x="1535216" y="725196"/>
                </a:lnTo>
                <a:lnTo>
                  <a:pt x="1489386" y="743627"/>
                </a:lnTo>
                <a:lnTo>
                  <a:pt x="1440929" y="760640"/>
                </a:lnTo>
                <a:lnTo>
                  <a:pt x="1390001" y="776162"/>
                </a:lnTo>
                <a:lnTo>
                  <a:pt x="1336756" y="790124"/>
                </a:lnTo>
                <a:lnTo>
                  <a:pt x="1281348" y="802454"/>
                </a:lnTo>
                <a:lnTo>
                  <a:pt x="1223931" y="813081"/>
                </a:lnTo>
                <a:lnTo>
                  <a:pt x="1164659" y="821935"/>
                </a:lnTo>
                <a:lnTo>
                  <a:pt x="1103688" y="828944"/>
                </a:lnTo>
                <a:lnTo>
                  <a:pt x="1041170" y="834039"/>
                </a:lnTo>
                <a:lnTo>
                  <a:pt x="977260" y="837148"/>
                </a:lnTo>
                <a:lnTo>
                  <a:pt x="912114" y="838200"/>
                </a:lnTo>
                <a:lnTo>
                  <a:pt x="846967" y="837148"/>
                </a:lnTo>
                <a:lnTo>
                  <a:pt x="783057" y="834039"/>
                </a:lnTo>
                <a:lnTo>
                  <a:pt x="720539" y="828944"/>
                </a:lnTo>
                <a:lnTo>
                  <a:pt x="659568" y="821935"/>
                </a:lnTo>
                <a:lnTo>
                  <a:pt x="600296" y="813081"/>
                </a:lnTo>
                <a:lnTo>
                  <a:pt x="542879" y="802454"/>
                </a:lnTo>
                <a:lnTo>
                  <a:pt x="487471" y="790124"/>
                </a:lnTo>
                <a:lnTo>
                  <a:pt x="434226" y="776162"/>
                </a:lnTo>
                <a:lnTo>
                  <a:pt x="383298" y="760640"/>
                </a:lnTo>
                <a:lnTo>
                  <a:pt x="334841" y="743627"/>
                </a:lnTo>
                <a:lnTo>
                  <a:pt x="289011" y="725196"/>
                </a:lnTo>
                <a:lnTo>
                  <a:pt x="245960" y="705416"/>
                </a:lnTo>
                <a:lnTo>
                  <a:pt x="205843" y="684358"/>
                </a:lnTo>
                <a:lnTo>
                  <a:pt x="168816" y="662094"/>
                </a:lnTo>
                <a:lnTo>
                  <a:pt x="135030" y="638694"/>
                </a:lnTo>
                <a:lnTo>
                  <a:pt x="104642" y="614228"/>
                </a:lnTo>
                <a:lnTo>
                  <a:pt x="54674" y="562386"/>
                </a:lnTo>
                <a:lnTo>
                  <a:pt x="20145" y="507133"/>
                </a:lnTo>
                <a:lnTo>
                  <a:pt x="2289" y="449037"/>
                </a:lnTo>
                <a:lnTo>
                  <a:pt x="0" y="419100"/>
                </a:lnTo>
                <a:close/>
              </a:path>
            </a:pathLst>
          </a:custGeom>
          <a:noFill/>
          <a:ln cap="flat" cmpd="sng" w="25900">
            <a:solidFill>
              <a:srgbClr val="682D6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53"/>
          <p:cNvSpPr txBox="1"/>
          <p:nvPr/>
        </p:nvSpPr>
        <p:spPr>
          <a:xfrm>
            <a:off x="7179056" y="1575815"/>
            <a:ext cx="584835" cy="28511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800">
                <a:solidFill>
                  <a:schemeClr val="dk1"/>
                </a:solidFill>
                <a:latin typeface="Arial"/>
                <a:ea typeface="Arial"/>
                <a:cs typeface="Arial"/>
                <a:sym typeface="Arial"/>
              </a:rPr>
              <a:t>State</a:t>
            </a:r>
            <a:endParaRPr sz="1800">
              <a:solidFill>
                <a:schemeClr val="dk1"/>
              </a:solidFill>
              <a:latin typeface="Arial"/>
              <a:ea typeface="Arial"/>
              <a:cs typeface="Arial"/>
              <a:sym typeface="Arial"/>
            </a:endParaRPr>
          </a:p>
        </p:txBody>
      </p:sp>
      <p:sp>
        <p:nvSpPr>
          <p:cNvPr id="472" name="Google Shape;472;p53"/>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4"/>
          <p:cNvSpPr txBox="1"/>
          <p:nvPr/>
        </p:nvSpPr>
        <p:spPr>
          <a:xfrm>
            <a:off x="535940" y="1483105"/>
            <a:ext cx="7717790" cy="4261485"/>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dk1"/>
              </a:buClr>
              <a:buSzPts val="3000"/>
              <a:buFont typeface="Noto Sans Symbols"/>
              <a:buChar char="▪"/>
            </a:pPr>
            <a:r>
              <a:rPr b="1" lang="en-US" sz="3000">
                <a:solidFill>
                  <a:schemeClr val="dk1"/>
                </a:solidFill>
                <a:latin typeface="Arial"/>
                <a:ea typeface="Arial"/>
                <a:cs typeface="Arial"/>
                <a:sym typeface="Arial"/>
              </a:rPr>
              <a:t>Transition</a:t>
            </a:r>
            <a:endParaRPr sz="3000">
              <a:solidFill>
                <a:schemeClr val="dk1"/>
              </a:solidFill>
              <a:latin typeface="Arial"/>
              <a:ea typeface="Arial"/>
              <a:cs typeface="Arial"/>
              <a:sym typeface="Arial"/>
            </a:endParaRPr>
          </a:p>
          <a:p>
            <a:pPr indent="-286385" lvl="1" marL="756285" marR="0" rtl="0" algn="l">
              <a:lnSpc>
                <a:spcPct val="100000"/>
              </a:lnSpc>
              <a:spcBef>
                <a:spcPts val="64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Represented by an </a:t>
            </a:r>
            <a:r>
              <a:rPr b="0" i="0" lang="en-US" sz="2600" u="none" cap="none" strike="noStrike">
                <a:solidFill>
                  <a:srgbClr val="C00000"/>
                </a:solidFill>
                <a:latin typeface="Arial"/>
                <a:ea typeface="Arial"/>
                <a:cs typeface="Arial"/>
                <a:sym typeface="Arial"/>
              </a:rPr>
              <a:t>arrow</a:t>
            </a:r>
            <a:endParaRPr b="0" i="0" sz="2600" u="none" cap="none" strike="noStrike">
              <a:solidFill>
                <a:schemeClr val="dk1"/>
              </a:solidFill>
              <a:latin typeface="Arial"/>
              <a:ea typeface="Arial"/>
              <a:cs typeface="Arial"/>
              <a:sym typeface="Arial"/>
            </a:endParaRPr>
          </a:p>
          <a:p>
            <a:pPr indent="-286385" lvl="1" marL="756285" marR="5080" rtl="0" algn="l">
              <a:lnSpc>
                <a:spcPct val="100000"/>
              </a:lnSpc>
              <a:spcBef>
                <a:spcPts val="625"/>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A transition represents a change from one state  to another caused by an event</a:t>
            </a:r>
            <a:endParaRPr b="0" i="0" sz="2600" u="none" cap="none" strike="noStrike">
              <a:solidFill>
                <a:schemeClr val="dk1"/>
              </a:solidFill>
              <a:latin typeface="Arial"/>
              <a:ea typeface="Arial"/>
              <a:cs typeface="Arial"/>
              <a:sym typeface="Arial"/>
            </a:endParaRPr>
          </a:p>
          <a:p>
            <a:pPr indent="-342900" lvl="0" marL="355600" marR="0" rtl="0" algn="l">
              <a:lnSpc>
                <a:spcPct val="100000"/>
              </a:lnSpc>
              <a:spcBef>
                <a:spcPts val="700"/>
              </a:spcBef>
              <a:spcAft>
                <a:spcPts val="0"/>
              </a:spcAft>
              <a:buClr>
                <a:schemeClr val="dk1"/>
              </a:buClr>
              <a:buSzPts val="3000"/>
              <a:buFont typeface="Noto Sans Symbols"/>
              <a:buChar char="▪"/>
            </a:pPr>
            <a:r>
              <a:rPr b="1" lang="en-US" sz="3000">
                <a:solidFill>
                  <a:schemeClr val="dk1"/>
                </a:solidFill>
                <a:latin typeface="Arial"/>
                <a:ea typeface="Arial"/>
                <a:cs typeface="Arial"/>
                <a:sym typeface="Arial"/>
              </a:rPr>
              <a:t>Entry Point</a:t>
            </a:r>
            <a:endParaRPr sz="3000">
              <a:solidFill>
                <a:schemeClr val="dk1"/>
              </a:solidFill>
              <a:latin typeface="Arial"/>
              <a:ea typeface="Arial"/>
              <a:cs typeface="Arial"/>
              <a:sym typeface="Arial"/>
            </a:endParaRPr>
          </a:p>
          <a:p>
            <a:pPr indent="-286385" lvl="1" marL="756285" marR="355600" rtl="0" algn="l">
              <a:lnSpc>
                <a:spcPct val="100000"/>
              </a:lnSpc>
              <a:spcBef>
                <a:spcPts val="64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The entry point on the diagram is shown by a  </a:t>
            </a:r>
            <a:r>
              <a:rPr b="0" i="0" lang="en-US" sz="2600" u="none" cap="none" strike="noStrike">
                <a:solidFill>
                  <a:srgbClr val="C00000"/>
                </a:solidFill>
                <a:latin typeface="Arial"/>
                <a:ea typeface="Arial"/>
                <a:cs typeface="Arial"/>
                <a:sym typeface="Arial"/>
              </a:rPr>
              <a:t>black dot</a:t>
            </a:r>
            <a:endParaRPr b="0" i="0" sz="2600" u="none" cap="none" strike="noStrike">
              <a:solidFill>
                <a:schemeClr val="dk1"/>
              </a:solidFill>
              <a:latin typeface="Arial"/>
              <a:ea typeface="Arial"/>
              <a:cs typeface="Arial"/>
              <a:sym typeface="Arial"/>
            </a:endParaRPr>
          </a:p>
          <a:p>
            <a:pPr indent="-342900" lvl="0" marL="355600" marR="0" rtl="0" algn="l">
              <a:lnSpc>
                <a:spcPct val="100000"/>
              </a:lnSpc>
              <a:spcBef>
                <a:spcPts val="700"/>
              </a:spcBef>
              <a:spcAft>
                <a:spcPts val="0"/>
              </a:spcAft>
              <a:buClr>
                <a:schemeClr val="dk1"/>
              </a:buClr>
              <a:buSzPts val="3000"/>
              <a:buFont typeface="Noto Sans Symbols"/>
              <a:buChar char="▪"/>
            </a:pPr>
            <a:r>
              <a:rPr b="1" lang="en-US" sz="3000">
                <a:solidFill>
                  <a:schemeClr val="dk1"/>
                </a:solidFill>
                <a:latin typeface="Arial"/>
                <a:ea typeface="Arial"/>
                <a:cs typeface="Arial"/>
                <a:sym typeface="Arial"/>
              </a:rPr>
              <a:t>Exit Point</a:t>
            </a:r>
            <a:endParaRPr sz="3000">
              <a:solidFill>
                <a:schemeClr val="dk1"/>
              </a:solidFill>
              <a:latin typeface="Arial"/>
              <a:ea typeface="Arial"/>
              <a:cs typeface="Arial"/>
              <a:sym typeface="Arial"/>
            </a:endParaRPr>
          </a:p>
          <a:p>
            <a:pPr indent="-286385" lvl="1" marL="756285" marR="0" rtl="0" algn="l">
              <a:lnSpc>
                <a:spcPct val="100000"/>
              </a:lnSpc>
              <a:spcBef>
                <a:spcPts val="640"/>
              </a:spcBef>
              <a:spcAft>
                <a:spcPts val="0"/>
              </a:spcAft>
              <a:buClr>
                <a:schemeClr val="dk1"/>
              </a:buClr>
              <a:buSzPts val="2600"/>
              <a:buFont typeface="Arial"/>
              <a:buChar char="‒"/>
            </a:pPr>
            <a:r>
              <a:rPr b="0" i="0" lang="en-US" sz="2600" u="none" cap="none" strike="noStrike">
                <a:solidFill>
                  <a:schemeClr val="dk1"/>
                </a:solidFill>
                <a:latin typeface="Arial"/>
                <a:ea typeface="Arial"/>
                <a:cs typeface="Arial"/>
                <a:sym typeface="Arial"/>
              </a:rPr>
              <a:t>The exit point is shown by a </a:t>
            </a:r>
            <a:r>
              <a:rPr b="0" i="0" lang="en-US" sz="2600" u="none" cap="none" strike="noStrike">
                <a:solidFill>
                  <a:srgbClr val="C00000"/>
                </a:solidFill>
                <a:latin typeface="Arial"/>
                <a:ea typeface="Arial"/>
                <a:cs typeface="Arial"/>
                <a:sym typeface="Arial"/>
              </a:rPr>
              <a:t>bulls-eye </a:t>
            </a:r>
            <a:r>
              <a:rPr b="0" i="0" lang="en-US" sz="2600" u="none" cap="none" strike="noStrike">
                <a:solidFill>
                  <a:schemeClr val="dk1"/>
                </a:solidFill>
                <a:latin typeface="Arial"/>
                <a:ea typeface="Arial"/>
                <a:cs typeface="Arial"/>
                <a:sym typeface="Arial"/>
              </a:rPr>
              <a:t>symbol</a:t>
            </a:r>
            <a:endParaRPr b="0" i="0" sz="2600" u="none" cap="none" strike="noStrike">
              <a:solidFill>
                <a:schemeClr val="dk1"/>
              </a:solidFill>
              <a:latin typeface="Arial"/>
              <a:ea typeface="Arial"/>
              <a:cs typeface="Arial"/>
              <a:sym typeface="Arial"/>
            </a:endParaRPr>
          </a:p>
        </p:txBody>
      </p:sp>
      <p:sp>
        <p:nvSpPr>
          <p:cNvPr id="478" name="Google Shape;478;p54"/>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54"/>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a:t>
            </a:r>
            <a:endParaRPr/>
          </a:p>
        </p:txBody>
      </p:sp>
      <p:sp>
        <p:nvSpPr>
          <p:cNvPr id="480" name="Google Shape;480;p54"/>
          <p:cNvSpPr/>
          <p:nvPr/>
        </p:nvSpPr>
        <p:spPr>
          <a:xfrm>
            <a:off x="2895600" y="1638300"/>
            <a:ext cx="1828800" cy="228600"/>
          </a:xfrm>
          <a:custGeom>
            <a:rect b="b" l="l" r="r" t="t"/>
            <a:pathLst>
              <a:path extrusionOk="0" h="228600" w="1828800">
                <a:moveTo>
                  <a:pt x="1600200" y="0"/>
                </a:moveTo>
                <a:lnTo>
                  <a:pt x="1600200" y="228600"/>
                </a:lnTo>
                <a:lnTo>
                  <a:pt x="1752600" y="152400"/>
                </a:lnTo>
                <a:lnTo>
                  <a:pt x="1638300" y="152400"/>
                </a:lnTo>
                <a:lnTo>
                  <a:pt x="1638300" y="76200"/>
                </a:lnTo>
                <a:lnTo>
                  <a:pt x="1752600" y="76200"/>
                </a:lnTo>
                <a:lnTo>
                  <a:pt x="1600200" y="0"/>
                </a:lnTo>
                <a:close/>
              </a:path>
              <a:path extrusionOk="0" h="228600" w="1828800">
                <a:moveTo>
                  <a:pt x="1600200" y="76200"/>
                </a:moveTo>
                <a:lnTo>
                  <a:pt x="0" y="76200"/>
                </a:lnTo>
                <a:lnTo>
                  <a:pt x="0" y="152400"/>
                </a:lnTo>
                <a:lnTo>
                  <a:pt x="1600200" y="152400"/>
                </a:lnTo>
                <a:lnTo>
                  <a:pt x="1600200" y="76200"/>
                </a:lnTo>
                <a:close/>
              </a:path>
              <a:path extrusionOk="0" h="228600" w="1828800">
                <a:moveTo>
                  <a:pt x="1752600" y="76200"/>
                </a:moveTo>
                <a:lnTo>
                  <a:pt x="1638300" y="76200"/>
                </a:lnTo>
                <a:lnTo>
                  <a:pt x="1638300" y="152400"/>
                </a:lnTo>
                <a:lnTo>
                  <a:pt x="1752600" y="152400"/>
                </a:lnTo>
                <a:lnTo>
                  <a:pt x="1828800" y="114300"/>
                </a:lnTo>
                <a:lnTo>
                  <a:pt x="1752600" y="76200"/>
                </a:lnTo>
                <a:close/>
              </a:path>
            </a:pathLst>
          </a:custGeom>
          <a:solidFill>
            <a:srgbClr val="682D6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54"/>
          <p:cNvSpPr/>
          <p:nvPr/>
        </p:nvSpPr>
        <p:spPr>
          <a:xfrm>
            <a:off x="3201161" y="3539490"/>
            <a:ext cx="304800" cy="304800"/>
          </a:xfrm>
          <a:custGeom>
            <a:rect b="b" l="l" r="r" t="t"/>
            <a:pathLst>
              <a:path extrusionOk="0" h="304800" w="304800">
                <a:moveTo>
                  <a:pt x="152400" y="0"/>
                </a:moveTo>
                <a:lnTo>
                  <a:pt x="104217" y="7766"/>
                </a:lnTo>
                <a:lnTo>
                  <a:pt x="62380" y="29394"/>
                </a:lnTo>
                <a:lnTo>
                  <a:pt x="29394" y="62380"/>
                </a:lnTo>
                <a:lnTo>
                  <a:pt x="7766" y="104217"/>
                </a:lnTo>
                <a:lnTo>
                  <a:pt x="0" y="152400"/>
                </a:lnTo>
                <a:lnTo>
                  <a:pt x="7766" y="200582"/>
                </a:lnTo>
                <a:lnTo>
                  <a:pt x="29394" y="242419"/>
                </a:lnTo>
                <a:lnTo>
                  <a:pt x="62380" y="275405"/>
                </a:lnTo>
                <a:lnTo>
                  <a:pt x="104217" y="297033"/>
                </a:lnTo>
                <a:lnTo>
                  <a:pt x="152400" y="304800"/>
                </a:lnTo>
                <a:lnTo>
                  <a:pt x="200582" y="297033"/>
                </a:lnTo>
                <a:lnTo>
                  <a:pt x="242419" y="275405"/>
                </a:lnTo>
                <a:lnTo>
                  <a:pt x="275405" y="242419"/>
                </a:lnTo>
                <a:lnTo>
                  <a:pt x="297033" y="200582"/>
                </a:lnTo>
                <a:lnTo>
                  <a:pt x="304800" y="152400"/>
                </a:lnTo>
                <a:lnTo>
                  <a:pt x="297033" y="104217"/>
                </a:lnTo>
                <a:lnTo>
                  <a:pt x="275405" y="62380"/>
                </a:lnTo>
                <a:lnTo>
                  <a:pt x="242419" y="29394"/>
                </a:lnTo>
                <a:lnTo>
                  <a:pt x="200582" y="7766"/>
                </a:lnTo>
                <a:lnTo>
                  <a:pt x="152400"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54"/>
          <p:cNvSpPr/>
          <p:nvPr/>
        </p:nvSpPr>
        <p:spPr>
          <a:xfrm>
            <a:off x="3201161" y="3539490"/>
            <a:ext cx="304800" cy="304800"/>
          </a:xfrm>
          <a:custGeom>
            <a:rect b="b" l="l" r="r" t="t"/>
            <a:pathLst>
              <a:path extrusionOk="0" h="304800" w="304800">
                <a:moveTo>
                  <a:pt x="0" y="152400"/>
                </a:moveTo>
                <a:lnTo>
                  <a:pt x="7766" y="104217"/>
                </a:lnTo>
                <a:lnTo>
                  <a:pt x="29394" y="62380"/>
                </a:lnTo>
                <a:lnTo>
                  <a:pt x="62380" y="29394"/>
                </a:lnTo>
                <a:lnTo>
                  <a:pt x="104217" y="7766"/>
                </a:lnTo>
                <a:lnTo>
                  <a:pt x="152400" y="0"/>
                </a:lnTo>
                <a:lnTo>
                  <a:pt x="200582" y="7766"/>
                </a:lnTo>
                <a:lnTo>
                  <a:pt x="242419" y="29394"/>
                </a:lnTo>
                <a:lnTo>
                  <a:pt x="275405" y="62380"/>
                </a:lnTo>
                <a:lnTo>
                  <a:pt x="297033" y="104217"/>
                </a:lnTo>
                <a:lnTo>
                  <a:pt x="304800" y="152400"/>
                </a:lnTo>
                <a:lnTo>
                  <a:pt x="297033" y="200582"/>
                </a:lnTo>
                <a:lnTo>
                  <a:pt x="275405" y="242419"/>
                </a:lnTo>
                <a:lnTo>
                  <a:pt x="242419" y="275405"/>
                </a:lnTo>
                <a:lnTo>
                  <a:pt x="200582" y="297033"/>
                </a:lnTo>
                <a:lnTo>
                  <a:pt x="152400" y="304800"/>
                </a:lnTo>
                <a:lnTo>
                  <a:pt x="104217" y="297033"/>
                </a:lnTo>
                <a:lnTo>
                  <a:pt x="62380" y="275405"/>
                </a:lnTo>
                <a:lnTo>
                  <a:pt x="29394" y="242419"/>
                </a:lnTo>
                <a:lnTo>
                  <a:pt x="7766" y="200582"/>
                </a:lnTo>
                <a:lnTo>
                  <a:pt x="0" y="152400"/>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54"/>
          <p:cNvSpPr/>
          <p:nvPr/>
        </p:nvSpPr>
        <p:spPr>
          <a:xfrm>
            <a:off x="3124961" y="4801361"/>
            <a:ext cx="381000" cy="381000"/>
          </a:xfrm>
          <a:custGeom>
            <a:rect b="b" l="l" r="r" t="t"/>
            <a:pathLst>
              <a:path extrusionOk="0" h="381000" w="381000">
                <a:moveTo>
                  <a:pt x="0" y="190500"/>
                </a:moveTo>
                <a:lnTo>
                  <a:pt x="5034" y="146837"/>
                </a:lnTo>
                <a:lnTo>
                  <a:pt x="19372" y="106746"/>
                </a:lnTo>
                <a:lnTo>
                  <a:pt x="41867" y="71374"/>
                </a:lnTo>
                <a:lnTo>
                  <a:pt x="71374" y="41867"/>
                </a:lnTo>
                <a:lnTo>
                  <a:pt x="106746" y="19372"/>
                </a:lnTo>
                <a:lnTo>
                  <a:pt x="146837" y="5034"/>
                </a:lnTo>
                <a:lnTo>
                  <a:pt x="190500" y="0"/>
                </a:lnTo>
                <a:lnTo>
                  <a:pt x="234162" y="5034"/>
                </a:lnTo>
                <a:lnTo>
                  <a:pt x="274253" y="19372"/>
                </a:lnTo>
                <a:lnTo>
                  <a:pt x="309625" y="41867"/>
                </a:lnTo>
                <a:lnTo>
                  <a:pt x="339132" y="71374"/>
                </a:lnTo>
                <a:lnTo>
                  <a:pt x="361627" y="106746"/>
                </a:lnTo>
                <a:lnTo>
                  <a:pt x="375965" y="146837"/>
                </a:lnTo>
                <a:lnTo>
                  <a:pt x="381000" y="190500"/>
                </a:lnTo>
                <a:lnTo>
                  <a:pt x="375965" y="234162"/>
                </a:lnTo>
                <a:lnTo>
                  <a:pt x="361627" y="274253"/>
                </a:lnTo>
                <a:lnTo>
                  <a:pt x="339132" y="309625"/>
                </a:lnTo>
                <a:lnTo>
                  <a:pt x="309625" y="339132"/>
                </a:lnTo>
                <a:lnTo>
                  <a:pt x="274253" y="361627"/>
                </a:lnTo>
                <a:lnTo>
                  <a:pt x="234162" y="375965"/>
                </a:lnTo>
                <a:lnTo>
                  <a:pt x="190500" y="381000"/>
                </a:lnTo>
                <a:lnTo>
                  <a:pt x="146837" y="375965"/>
                </a:lnTo>
                <a:lnTo>
                  <a:pt x="106746" y="361627"/>
                </a:lnTo>
                <a:lnTo>
                  <a:pt x="71374" y="339132"/>
                </a:lnTo>
                <a:lnTo>
                  <a:pt x="41867" y="309625"/>
                </a:lnTo>
                <a:lnTo>
                  <a:pt x="19372" y="274253"/>
                </a:lnTo>
                <a:lnTo>
                  <a:pt x="5034" y="234162"/>
                </a:lnTo>
                <a:lnTo>
                  <a:pt x="0" y="190500"/>
                </a:lnTo>
                <a:close/>
              </a:path>
            </a:pathLst>
          </a:custGeom>
          <a:noFill/>
          <a:ln cap="flat" cmpd="sng" w="25900">
            <a:solidFill>
              <a:srgbClr val="61127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54"/>
          <p:cNvSpPr/>
          <p:nvPr/>
        </p:nvSpPr>
        <p:spPr>
          <a:xfrm>
            <a:off x="3220211" y="4896611"/>
            <a:ext cx="190500" cy="190500"/>
          </a:xfrm>
          <a:custGeom>
            <a:rect b="b" l="l" r="r" t="t"/>
            <a:pathLst>
              <a:path extrusionOk="0" h="190500" w="190500">
                <a:moveTo>
                  <a:pt x="0" y="95250"/>
                </a:moveTo>
                <a:lnTo>
                  <a:pt x="7489" y="132314"/>
                </a:lnTo>
                <a:lnTo>
                  <a:pt x="27908" y="162591"/>
                </a:lnTo>
                <a:lnTo>
                  <a:pt x="58185" y="183010"/>
                </a:lnTo>
                <a:lnTo>
                  <a:pt x="95250" y="190500"/>
                </a:lnTo>
                <a:lnTo>
                  <a:pt x="132314" y="183010"/>
                </a:lnTo>
                <a:lnTo>
                  <a:pt x="162591" y="162591"/>
                </a:lnTo>
                <a:lnTo>
                  <a:pt x="183010" y="132314"/>
                </a:lnTo>
                <a:lnTo>
                  <a:pt x="190500" y="95250"/>
                </a:lnTo>
                <a:lnTo>
                  <a:pt x="183010" y="58185"/>
                </a:lnTo>
                <a:lnTo>
                  <a:pt x="162591" y="27908"/>
                </a:lnTo>
                <a:lnTo>
                  <a:pt x="132314" y="7489"/>
                </a:lnTo>
                <a:lnTo>
                  <a:pt x="95250" y="0"/>
                </a:lnTo>
                <a:lnTo>
                  <a:pt x="58185" y="7489"/>
                </a:lnTo>
                <a:lnTo>
                  <a:pt x="27908" y="27908"/>
                </a:lnTo>
                <a:lnTo>
                  <a:pt x="7489" y="58185"/>
                </a:lnTo>
                <a:lnTo>
                  <a:pt x="0" y="95250"/>
                </a:lnTo>
                <a:close/>
              </a:path>
            </a:pathLst>
          </a:custGeom>
          <a:noFill/>
          <a:ln cap="flat" cmpd="sng" w="25900">
            <a:solidFill>
              <a:srgbClr val="61127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54"/>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5"/>
          <p:cNvSpPr txBox="1"/>
          <p:nvPr/>
        </p:nvSpPr>
        <p:spPr>
          <a:xfrm>
            <a:off x="535940" y="1483105"/>
            <a:ext cx="1406525" cy="466725"/>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dk1"/>
              </a:buClr>
              <a:buSzPts val="3000"/>
              <a:buFont typeface="Noto Sans Symbols"/>
              <a:buChar char="▪"/>
            </a:pPr>
            <a:r>
              <a:rPr b="1" lang="en-US" sz="3000">
                <a:solidFill>
                  <a:schemeClr val="dk1"/>
                </a:solidFill>
                <a:latin typeface="Arial"/>
                <a:ea typeface="Arial"/>
                <a:cs typeface="Arial"/>
                <a:sym typeface="Arial"/>
              </a:rPr>
              <a:t>Event</a:t>
            </a:r>
            <a:endParaRPr sz="3000">
              <a:solidFill>
                <a:schemeClr val="dk1"/>
              </a:solidFill>
              <a:latin typeface="Arial"/>
              <a:ea typeface="Arial"/>
              <a:cs typeface="Arial"/>
              <a:sym typeface="Arial"/>
            </a:endParaRPr>
          </a:p>
        </p:txBody>
      </p:sp>
      <p:sp>
        <p:nvSpPr>
          <p:cNvPr id="491" name="Google Shape;491;p55"/>
          <p:cNvSpPr txBox="1"/>
          <p:nvPr/>
        </p:nvSpPr>
        <p:spPr>
          <a:xfrm>
            <a:off x="0" y="2021966"/>
            <a:ext cx="9144000" cy="3585597"/>
          </a:xfrm>
          <a:prstGeom prst="rect">
            <a:avLst/>
          </a:prstGeom>
          <a:noFill/>
          <a:ln>
            <a:noFill/>
          </a:ln>
        </p:spPr>
        <p:txBody>
          <a:bodyPr anchorCtr="0" anchor="t" bIns="0" lIns="0" spcFirstLastPara="1" rIns="0" wrap="square" tIns="0">
            <a:spAutoFit/>
          </a:bodyPr>
          <a:lstStyle/>
          <a:p>
            <a:pPr indent="-286385" lvl="0" marL="299085" marR="0" rtl="0" algn="just">
              <a:lnSpc>
                <a:spcPct val="100000"/>
              </a:lnSpc>
              <a:spcBef>
                <a:spcPts val="0"/>
              </a:spcBef>
              <a:spcAft>
                <a:spcPts val="0"/>
              </a:spcAft>
              <a:buClr>
                <a:schemeClr val="dk1"/>
              </a:buClr>
              <a:buSzPts val="2600"/>
              <a:buFont typeface="Arial"/>
              <a:buChar char="‒"/>
            </a:pPr>
            <a:r>
              <a:rPr lang="en-US" sz="2600">
                <a:solidFill>
                  <a:schemeClr val="dk1"/>
                </a:solidFill>
                <a:latin typeface="Arial"/>
                <a:ea typeface="Arial"/>
                <a:cs typeface="Arial"/>
                <a:sym typeface="Arial"/>
              </a:rPr>
              <a:t>Represented by a </a:t>
            </a:r>
            <a:r>
              <a:rPr lang="en-US" sz="2600">
                <a:solidFill>
                  <a:srgbClr val="C00000"/>
                </a:solidFill>
                <a:latin typeface="Arial"/>
                <a:ea typeface="Arial"/>
                <a:cs typeface="Arial"/>
                <a:sym typeface="Arial"/>
              </a:rPr>
              <a:t>label on a transition</a:t>
            </a:r>
            <a:endParaRPr sz="2600">
              <a:solidFill>
                <a:schemeClr val="dk1"/>
              </a:solidFill>
              <a:latin typeface="Arial"/>
              <a:ea typeface="Arial"/>
              <a:cs typeface="Arial"/>
              <a:sym typeface="Arial"/>
            </a:endParaRPr>
          </a:p>
          <a:p>
            <a:pPr indent="-286385" lvl="0" marL="299085" marR="5080" rtl="0" algn="just">
              <a:lnSpc>
                <a:spcPct val="100000"/>
              </a:lnSpc>
              <a:spcBef>
                <a:spcPts val="625"/>
              </a:spcBef>
              <a:spcAft>
                <a:spcPts val="0"/>
              </a:spcAft>
              <a:buClr>
                <a:schemeClr val="dk1"/>
              </a:buClr>
              <a:buSzPts val="2600"/>
              <a:buFont typeface="Arial"/>
              <a:buChar char="‒"/>
            </a:pPr>
            <a:r>
              <a:rPr lang="en-US" sz="2600">
                <a:solidFill>
                  <a:schemeClr val="dk1"/>
                </a:solidFill>
                <a:latin typeface="Arial"/>
                <a:ea typeface="Arial"/>
                <a:cs typeface="Arial"/>
                <a:sym typeface="Arial"/>
              </a:rPr>
              <a:t>An event is something that causes the system to  change state</a:t>
            </a:r>
            <a:endParaRPr/>
          </a:p>
          <a:p>
            <a:pPr indent="-286385" lvl="0" marL="299085" marR="0" rtl="0" algn="just">
              <a:lnSpc>
                <a:spcPct val="100000"/>
              </a:lnSpc>
              <a:spcBef>
                <a:spcPts val="620"/>
              </a:spcBef>
              <a:spcAft>
                <a:spcPts val="0"/>
              </a:spcAft>
              <a:buClr>
                <a:schemeClr val="dk1"/>
              </a:buClr>
              <a:buSzPts val="2600"/>
              <a:buFont typeface="Arial"/>
              <a:buChar char="‒"/>
            </a:pPr>
            <a:r>
              <a:rPr lang="en-US" sz="2600">
                <a:solidFill>
                  <a:schemeClr val="dk1"/>
                </a:solidFill>
                <a:latin typeface="Arial"/>
                <a:ea typeface="Arial"/>
                <a:cs typeface="Arial"/>
                <a:sym typeface="Arial"/>
              </a:rPr>
              <a:t>Generally, it is an event in the </a:t>
            </a:r>
            <a:r>
              <a:rPr lang="en-US" sz="2600">
                <a:solidFill>
                  <a:srgbClr val="C00000"/>
                </a:solidFill>
                <a:latin typeface="Arial"/>
                <a:ea typeface="Arial"/>
                <a:cs typeface="Arial"/>
                <a:sym typeface="Arial"/>
              </a:rPr>
              <a:t>outside world </a:t>
            </a:r>
            <a:r>
              <a:rPr lang="en-US" sz="2600">
                <a:solidFill>
                  <a:schemeClr val="dk1"/>
                </a:solidFill>
                <a:latin typeface="Arial"/>
                <a:ea typeface="Arial"/>
                <a:cs typeface="Arial"/>
                <a:sym typeface="Arial"/>
              </a:rPr>
              <a:t>that</a:t>
            </a:r>
            <a:endParaRPr/>
          </a:p>
          <a:p>
            <a:pPr indent="0" lvl="0" marL="299085" marR="0" rtl="0" algn="just">
              <a:lnSpc>
                <a:spcPct val="100000"/>
              </a:lnSpc>
              <a:spcBef>
                <a:spcPts val="0"/>
              </a:spcBef>
              <a:spcAft>
                <a:spcPts val="0"/>
              </a:spcAft>
              <a:buNone/>
            </a:pPr>
            <a:r>
              <a:rPr lang="en-US" sz="2600">
                <a:solidFill>
                  <a:schemeClr val="dk1"/>
                </a:solidFill>
                <a:latin typeface="Arial"/>
                <a:ea typeface="Arial"/>
                <a:cs typeface="Arial"/>
                <a:sym typeface="Arial"/>
              </a:rPr>
              <a:t>enters the system through its </a:t>
            </a:r>
            <a:r>
              <a:rPr lang="en-US" sz="2600">
                <a:solidFill>
                  <a:srgbClr val="C00000"/>
                </a:solidFill>
                <a:latin typeface="Arial"/>
                <a:ea typeface="Arial"/>
                <a:cs typeface="Arial"/>
                <a:sym typeface="Arial"/>
              </a:rPr>
              <a:t>interface</a:t>
            </a:r>
            <a:endParaRPr sz="2600">
              <a:solidFill>
                <a:schemeClr val="dk1"/>
              </a:solidFill>
              <a:latin typeface="Arial"/>
              <a:ea typeface="Arial"/>
              <a:cs typeface="Arial"/>
              <a:sym typeface="Arial"/>
            </a:endParaRPr>
          </a:p>
          <a:p>
            <a:pPr indent="-286385" lvl="0" marL="299085" marR="0" rtl="0" algn="just">
              <a:lnSpc>
                <a:spcPct val="100000"/>
              </a:lnSpc>
              <a:spcBef>
                <a:spcPts val="625"/>
              </a:spcBef>
              <a:spcAft>
                <a:spcPts val="0"/>
              </a:spcAft>
              <a:buClr>
                <a:schemeClr val="dk1"/>
              </a:buClr>
              <a:buSzPts val="2600"/>
              <a:buFont typeface="Arial"/>
              <a:buChar char="‒"/>
            </a:pPr>
            <a:r>
              <a:rPr lang="en-US" sz="2600">
                <a:solidFill>
                  <a:schemeClr val="dk1"/>
                </a:solidFill>
                <a:latin typeface="Arial"/>
                <a:ea typeface="Arial"/>
                <a:cs typeface="Arial"/>
                <a:sym typeface="Arial"/>
              </a:rPr>
              <a:t>Sometimes it is generated </a:t>
            </a:r>
            <a:r>
              <a:rPr lang="en-US" sz="2600">
                <a:solidFill>
                  <a:srgbClr val="C00000"/>
                </a:solidFill>
                <a:latin typeface="Arial"/>
                <a:ea typeface="Arial"/>
                <a:cs typeface="Arial"/>
                <a:sym typeface="Arial"/>
              </a:rPr>
              <a:t>within the system</a:t>
            </a:r>
            <a:endParaRPr sz="2600">
              <a:solidFill>
                <a:schemeClr val="dk1"/>
              </a:solidFill>
              <a:latin typeface="Arial"/>
              <a:ea typeface="Arial"/>
              <a:cs typeface="Arial"/>
              <a:sym typeface="Arial"/>
            </a:endParaRPr>
          </a:p>
          <a:p>
            <a:pPr indent="-286385" lvl="0" marL="299085" marR="0" rtl="0" algn="just">
              <a:lnSpc>
                <a:spcPct val="100000"/>
              </a:lnSpc>
              <a:spcBef>
                <a:spcPts val="625"/>
              </a:spcBef>
              <a:spcAft>
                <a:spcPts val="0"/>
              </a:spcAft>
              <a:buClr>
                <a:schemeClr val="dk1"/>
              </a:buClr>
              <a:buSzPts val="2600"/>
              <a:buFont typeface="Arial"/>
              <a:buChar char="‒"/>
            </a:pPr>
            <a:r>
              <a:rPr lang="en-US" sz="2600">
                <a:solidFill>
                  <a:schemeClr val="dk1"/>
                </a:solidFill>
                <a:latin typeface="Arial"/>
                <a:ea typeface="Arial"/>
                <a:cs typeface="Arial"/>
                <a:sym typeface="Arial"/>
              </a:rPr>
              <a:t>Events are considered to be instantaneous</a:t>
            </a:r>
            <a:endParaRPr/>
          </a:p>
          <a:p>
            <a:pPr indent="-286385" lvl="0" marL="299085" marR="445134" rtl="0" algn="just">
              <a:lnSpc>
                <a:spcPct val="100000"/>
              </a:lnSpc>
              <a:spcBef>
                <a:spcPts val="625"/>
              </a:spcBef>
              <a:spcAft>
                <a:spcPts val="0"/>
              </a:spcAft>
              <a:buClr>
                <a:schemeClr val="dk1"/>
              </a:buClr>
              <a:buSzPts val="2600"/>
              <a:buFont typeface="Arial"/>
              <a:buChar char="‒"/>
            </a:pPr>
            <a:r>
              <a:rPr lang="en-US" sz="2600">
                <a:solidFill>
                  <a:schemeClr val="dk1"/>
                </a:solidFill>
                <a:latin typeface="Arial"/>
                <a:ea typeface="Arial"/>
                <a:cs typeface="Arial"/>
                <a:sym typeface="Arial"/>
              </a:rPr>
              <a:t>Events may have </a:t>
            </a:r>
            <a:r>
              <a:rPr lang="en-US" sz="2600">
                <a:solidFill>
                  <a:srgbClr val="C00000"/>
                </a:solidFill>
                <a:latin typeface="Arial"/>
                <a:ea typeface="Arial"/>
                <a:cs typeface="Arial"/>
                <a:sym typeface="Arial"/>
              </a:rPr>
              <a:t>parameters </a:t>
            </a:r>
            <a:r>
              <a:rPr lang="en-US" sz="2600">
                <a:solidFill>
                  <a:schemeClr val="dk1"/>
                </a:solidFill>
                <a:latin typeface="Arial"/>
                <a:ea typeface="Arial"/>
                <a:cs typeface="Arial"/>
                <a:sym typeface="Arial"/>
              </a:rPr>
              <a:t>associated with  them</a:t>
            </a:r>
            <a:endParaRPr/>
          </a:p>
        </p:txBody>
      </p:sp>
      <p:sp>
        <p:nvSpPr>
          <p:cNvPr id="492" name="Google Shape;492;p55"/>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55"/>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a:t>
            </a:r>
            <a:endParaRPr/>
          </a:p>
        </p:txBody>
      </p:sp>
      <p:sp>
        <p:nvSpPr>
          <p:cNvPr id="494" name="Google Shape;494;p55"/>
          <p:cNvSpPr/>
          <p:nvPr/>
        </p:nvSpPr>
        <p:spPr>
          <a:xfrm>
            <a:off x="2895600" y="1638300"/>
            <a:ext cx="1828800" cy="228600"/>
          </a:xfrm>
          <a:custGeom>
            <a:rect b="b" l="l" r="r" t="t"/>
            <a:pathLst>
              <a:path extrusionOk="0" h="228600" w="1828800">
                <a:moveTo>
                  <a:pt x="1600200" y="0"/>
                </a:moveTo>
                <a:lnTo>
                  <a:pt x="1600200" y="228600"/>
                </a:lnTo>
                <a:lnTo>
                  <a:pt x="1752600" y="152400"/>
                </a:lnTo>
                <a:lnTo>
                  <a:pt x="1638300" y="152400"/>
                </a:lnTo>
                <a:lnTo>
                  <a:pt x="1638300" y="76200"/>
                </a:lnTo>
                <a:lnTo>
                  <a:pt x="1752600" y="76200"/>
                </a:lnTo>
                <a:lnTo>
                  <a:pt x="1600200" y="0"/>
                </a:lnTo>
                <a:close/>
              </a:path>
              <a:path extrusionOk="0" h="228600" w="1828800">
                <a:moveTo>
                  <a:pt x="1600200" y="76200"/>
                </a:moveTo>
                <a:lnTo>
                  <a:pt x="0" y="76200"/>
                </a:lnTo>
                <a:lnTo>
                  <a:pt x="0" y="152400"/>
                </a:lnTo>
                <a:lnTo>
                  <a:pt x="1600200" y="152400"/>
                </a:lnTo>
                <a:lnTo>
                  <a:pt x="1600200" y="76200"/>
                </a:lnTo>
                <a:close/>
              </a:path>
              <a:path extrusionOk="0" h="228600" w="1828800">
                <a:moveTo>
                  <a:pt x="1752600" y="76200"/>
                </a:moveTo>
                <a:lnTo>
                  <a:pt x="1638300" y="76200"/>
                </a:lnTo>
                <a:lnTo>
                  <a:pt x="1638300" y="152400"/>
                </a:lnTo>
                <a:lnTo>
                  <a:pt x="1752600" y="152400"/>
                </a:lnTo>
                <a:lnTo>
                  <a:pt x="1828800" y="114300"/>
                </a:lnTo>
                <a:lnTo>
                  <a:pt x="1752600" y="76200"/>
                </a:lnTo>
                <a:close/>
              </a:path>
            </a:pathLst>
          </a:custGeom>
          <a:solidFill>
            <a:srgbClr val="682D6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55"/>
          <p:cNvSpPr txBox="1"/>
          <p:nvPr/>
        </p:nvSpPr>
        <p:spPr>
          <a:xfrm>
            <a:off x="3481578" y="1454911"/>
            <a:ext cx="657860" cy="25463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600">
                <a:solidFill>
                  <a:srgbClr val="682D60"/>
                </a:solidFill>
                <a:latin typeface="Arial"/>
                <a:ea typeface="Arial"/>
                <a:cs typeface="Arial"/>
                <a:sym typeface="Arial"/>
              </a:rPr>
              <a:t>Smoke</a:t>
            </a:r>
            <a:endParaRPr sz="1600">
              <a:solidFill>
                <a:schemeClr val="dk1"/>
              </a:solidFill>
              <a:latin typeface="Arial"/>
              <a:ea typeface="Arial"/>
              <a:cs typeface="Arial"/>
              <a:sym typeface="Arial"/>
            </a:endParaRPr>
          </a:p>
        </p:txBody>
      </p:sp>
      <p:sp>
        <p:nvSpPr>
          <p:cNvPr id="496" name="Google Shape;496;p55"/>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6"/>
          <p:cNvSpPr txBox="1"/>
          <p:nvPr/>
        </p:nvSpPr>
        <p:spPr>
          <a:xfrm>
            <a:off x="535940" y="1483105"/>
            <a:ext cx="1553845" cy="466725"/>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dk1"/>
              </a:buClr>
              <a:buSzPts val="3000"/>
              <a:buFont typeface="Noto Sans Symbols"/>
              <a:buChar char="▪"/>
            </a:pPr>
            <a:r>
              <a:rPr b="1" lang="en-US" sz="3000">
                <a:solidFill>
                  <a:schemeClr val="dk1"/>
                </a:solidFill>
                <a:latin typeface="Arial"/>
                <a:ea typeface="Arial"/>
                <a:cs typeface="Arial"/>
                <a:sym typeface="Arial"/>
              </a:rPr>
              <a:t>Action</a:t>
            </a:r>
            <a:endParaRPr sz="3000">
              <a:solidFill>
                <a:schemeClr val="dk1"/>
              </a:solidFill>
              <a:latin typeface="Arial"/>
              <a:ea typeface="Arial"/>
              <a:cs typeface="Arial"/>
              <a:sym typeface="Arial"/>
            </a:endParaRPr>
          </a:p>
        </p:txBody>
      </p:sp>
      <p:sp>
        <p:nvSpPr>
          <p:cNvPr id="502" name="Google Shape;502;p56"/>
          <p:cNvSpPr txBox="1"/>
          <p:nvPr/>
        </p:nvSpPr>
        <p:spPr>
          <a:xfrm>
            <a:off x="993444" y="2021966"/>
            <a:ext cx="7171055" cy="3100705"/>
          </a:xfrm>
          <a:prstGeom prst="rect">
            <a:avLst/>
          </a:prstGeom>
          <a:noFill/>
          <a:ln>
            <a:noFill/>
          </a:ln>
        </p:spPr>
        <p:txBody>
          <a:bodyPr anchorCtr="0" anchor="t" bIns="0" lIns="0" spcFirstLastPara="1" rIns="0" wrap="square" tIns="0">
            <a:spAutoFit/>
          </a:bodyPr>
          <a:lstStyle/>
          <a:p>
            <a:pPr indent="-286385" lvl="0" marL="299085" marR="0" rtl="0" algn="l">
              <a:lnSpc>
                <a:spcPct val="100000"/>
              </a:lnSpc>
              <a:spcBef>
                <a:spcPts val="0"/>
              </a:spcBef>
              <a:spcAft>
                <a:spcPts val="0"/>
              </a:spcAft>
              <a:buClr>
                <a:schemeClr val="dk1"/>
              </a:buClr>
              <a:buSzPts val="2600"/>
              <a:buFont typeface="Arial"/>
              <a:buChar char="‒"/>
            </a:pPr>
            <a:r>
              <a:rPr lang="en-US" sz="2600">
                <a:solidFill>
                  <a:schemeClr val="dk1"/>
                </a:solidFill>
                <a:latin typeface="Arial"/>
                <a:ea typeface="Arial"/>
                <a:cs typeface="Arial"/>
                <a:sym typeface="Arial"/>
              </a:rPr>
              <a:t>Represented by a command following a </a:t>
            </a:r>
            <a:r>
              <a:rPr lang="en-US" sz="2600">
                <a:solidFill>
                  <a:srgbClr val="C00000"/>
                </a:solidFill>
                <a:latin typeface="Arial"/>
                <a:ea typeface="Arial"/>
                <a:cs typeface="Arial"/>
                <a:sym typeface="Arial"/>
              </a:rPr>
              <a:t>"/"</a:t>
            </a:r>
            <a:endParaRPr sz="2600">
              <a:solidFill>
                <a:schemeClr val="dk1"/>
              </a:solidFill>
              <a:latin typeface="Arial"/>
              <a:ea typeface="Arial"/>
              <a:cs typeface="Arial"/>
              <a:sym typeface="Arial"/>
            </a:endParaRPr>
          </a:p>
          <a:p>
            <a:pPr indent="-286385" lvl="0" marL="299085" marR="5080" rtl="0" algn="l">
              <a:lnSpc>
                <a:spcPct val="100000"/>
              </a:lnSpc>
              <a:spcBef>
                <a:spcPts val="625"/>
              </a:spcBef>
              <a:spcAft>
                <a:spcPts val="0"/>
              </a:spcAft>
              <a:buClr>
                <a:schemeClr val="dk1"/>
              </a:buClr>
              <a:buSzPts val="2600"/>
              <a:buFont typeface="Arial"/>
              <a:buChar char="‒"/>
            </a:pPr>
            <a:r>
              <a:rPr lang="en-US" sz="2600">
                <a:solidFill>
                  <a:schemeClr val="dk1"/>
                </a:solidFill>
                <a:latin typeface="Arial"/>
                <a:ea typeface="Arial"/>
                <a:cs typeface="Arial"/>
                <a:sym typeface="Arial"/>
              </a:rPr>
              <a:t>An action is an operation initiated because of a  state change</a:t>
            </a:r>
            <a:endParaRPr sz="2600">
              <a:solidFill>
                <a:schemeClr val="dk1"/>
              </a:solidFill>
              <a:latin typeface="Arial"/>
              <a:ea typeface="Arial"/>
              <a:cs typeface="Arial"/>
              <a:sym typeface="Arial"/>
            </a:endParaRPr>
          </a:p>
          <a:p>
            <a:pPr indent="-286385" lvl="0" marL="299085" marR="0" rtl="0" algn="l">
              <a:lnSpc>
                <a:spcPct val="100000"/>
              </a:lnSpc>
              <a:spcBef>
                <a:spcPts val="620"/>
              </a:spcBef>
              <a:spcAft>
                <a:spcPts val="0"/>
              </a:spcAft>
              <a:buClr>
                <a:schemeClr val="dk1"/>
              </a:buClr>
              <a:buSzPts val="2600"/>
              <a:buFont typeface="Arial"/>
              <a:buChar char="‒"/>
            </a:pPr>
            <a:r>
              <a:rPr lang="en-US" sz="2600">
                <a:solidFill>
                  <a:schemeClr val="dk1"/>
                </a:solidFill>
                <a:latin typeface="Arial"/>
                <a:ea typeface="Arial"/>
                <a:cs typeface="Arial"/>
                <a:sym typeface="Arial"/>
              </a:rPr>
              <a:t>Often these actions cause something to be</a:t>
            </a:r>
            <a:endParaRPr sz="2600">
              <a:solidFill>
                <a:schemeClr val="dk1"/>
              </a:solidFill>
              <a:latin typeface="Arial"/>
              <a:ea typeface="Arial"/>
              <a:cs typeface="Arial"/>
              <a:sym typeface="Arial"/>
            </a:endParaRPr>
          </a:p>
          <a:p>
            <a:pPr indent="0" lvl="0" marL="299085" marR="0" rtl="0" algn="l">
              <a:lnSpc>
                <a:spcPct val="100000"/>
              </a:lnSpc>
              <a:spcBef>
                <a:spcPts val="0"/>
              </a:spcBef>
              <a:spcAft>
                <a:spcPts val="0"/>
              </a:spcAft>
              <a:buNone/>
            </a:pPr>
            <a:r>
              <a:rPr lang="en-US" sz="2600">
                <a:solidFill>
                  <a:schemeClr val="dk1"/>
                </a:solidFill>
                <a:latin typeface="Arial"/>
                <a:ea typeface="Arial"/>
                <a:cs typeface="Arial"/>
                <a:sym typeface="Arial"/>
              </a:rPr>
              <a:t>created that are outputs of the system</a:t>
            </a:r>
            <a:endParaRPr sz="2600">
              <a:solidFill>
                <a:schemeClr val="dk1"/>
              </a:solidFill>
              <a:latin typeface="Arial"/>
              <a:ea typeface="Arial"/>
              <a:cs typeface="Arial"/>
              <a:sym typeface="Arial"/>
            </a:endParaRPr>
          </a:p>
          <a:p>
            <a:pPr indent="-286385" lvl="0" marL="299085" marR="0" rtl="0" algn="l">
              <a:lnSpc>
                <a:spcPct val="100000"/>
              </a:lnSpc>
              <a:spcBef>
                <a:spcPts val="625"/>
              </a:spcBef>
              <a:spcAft>
                <a:spcPts val="0"/>
              </a:spcAft>
              <a:buClr>
                <a:schemeClr val="dk1"/>
              </a:buClr>
              <a:buSzPts val="2600"/>
              <a:buFont typeface="Arial"/>
              <a:buChar char="‒"/>
            </a:pPr>
            <a:r>
              <a:rPr lang="en-US" sz="2600">
                <a:solidFill>
                  <a:schemeClr val="dk1"/>
                </a:solidFill>
                <a:latin typeface="Arial"/>
                <a:ea typeface="Arial"/>
                <a:cs typeface="Arial"/>
                <a:sym typeface="Arial"/>
              </a:rPr>
              <a:t>Actions occur on transitions between states</a:t>
            </a:r>
            <a:endParaRPr sz="2600">
              <a:solidFill>
                <a:schemeClr val="dk1"/>
              </a:solidFill>
              <a:latin typeface="Arial"/>
              <a:ea typeface="Arial"/>
              <a:cs typeface="Arial"/>
              <a:sym typeface="Arial"/>
            </a:endParaRPr>
          </a:p>
          <a:p>
            <a:pPr indent="-286385" lvl="0" marL="299085" marR="0" rtl="0" algn="l">
              <a:lnSpc>
                <a:spcPct val="100000"/>
              </a:lnSpc>
              <a:spcBef>
                <a:spcPts val="625"/>
              </a:spcBef>
              <a:spcAft>
                <a:spcPts val="0"/>
              </a:spcAft>
              <a:buClr>
                <a:schemeClr val="dk1"/>
              </a:buClr>
              <a:buSzPts val="2600"/>
              <a:buFont typeface="Arial"/>
              <a:buChar char="‒"/>
            </a:pPr>
            <a:r>
              <a:rPr lang="en-US" sz="2600">
                <a:solidFill>
                  <a:schemeClr val="dk1"/>
                </a:solidFill>
                <a:latin typeface="Arial"/>
                <a:ea typeface="Arial"/>
                <a:cs typeface="Arial"/>
                <a:sym typeface="Arial"/>
              </a:rPr>
              <a:t>The states themselves are passive</a:t>
            </a:r>
            <a:endParaRPr sz="2600">
              <a:solidFill>
                <a:schemeClr val="dk1"/>
              </a:solidFill>
              <a:latin typeface="Arial"/>
              <a:ea typeface="Arial"/>
              <a:cs typeface="Arial"/>
              <a:sym typeface="Arial"/>
            </a:endParaRPr>
          </a:p>
        </p:txBody>
      </p:sp>
      <p:sp>
        <p:nvSpPr>
          <p:cNvPr id="503" name="Google Shape;503;p56"/>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56"/>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a:t>
            </a:r>
            <a:endParaRPr/>
          </a:p>
        </p:txBody>
      </p:sp>
      <p:sp>
        <p:nvSpPr>
          <p:cNvPr id="505" name="Google Shape;505;p56"/>
          <p:cNvSpPr/>
          <p:nvPr/>
        </p:nvSpPr>
        <p:spPr>
          <a:xfrm>
            <a:off x="2895600" y="1638300"/>
            <a:ext cx="1828800" cy="228600"/>
          </a:xfrm>
          <a:custGeom>
            <a:rect b="b" l="l" r="r" t="t"/>
            <a:pathLst>
              <a:path extrusionOk="0" h="228600" w="1828800">
                <a:moveTo>
                  <a:pt x="1600200" y="0"/>
                </a:moveTo>
                <a:lnTo>
                  <a:pt x="1600200" y="228600"/>
                </a:lnTo>
                <a:lnTo>
                  <a:pt x="1752600" y="152400"/>
                </a:lnTo>
                <a:lnTo>
                  <a:pt x="1638300" y="152400"/>
                </a:lnTo>
                <a:lnTo>
                  <a:pt x="1638300" y="76200"/>
                </a:lnTo>
                <a:lnTo>
                  <a:pt x="1752600" y="76200"/>
                </a:lnTo>
                <a:lnTo>
                  <a:pt x="1600200" y="0"/>
                </a:lnTo>
                <a:close/>
              </a:path>
              <a:path extrusionOk="0" h="228600" w="1828800">
                <a:moveTo>
                  <a:pt x="1600200" y="76200"/>
                </a:moveTo>
                <a:lnTo>
                  <a:pt x="0" y="76200"/>
                </a:lnTo>
                <a:lnTo>
                  <a:pt x="0" y="152400"/>
                </a:lnTo>
                <a:lnTo>
                  <a:pt x="1600200" y="152400"/>
                </a:lnTo>
                <a:lnTo>
                  <a:pt x="1600200" y="76200"/>
                </a:lnTo>
                <a:close/>
              </a:path>
              <a:path extrusionOk="0" h="228600" w="1828800">
                <a:moveTo>
                  <a:pt x="1752600" y="76200"/>
                </a:moveTo>
                <a:lnTo>
                  <a:pt x="1638300" y="76200"/>
                </a:lnTo>
                <a:lnTo>
                  <a:pt x="1638300" y="152400"/>
                </a:lnTo>
                <a:lnTo>
                  <a:pt x="1752600" y="152400"/>
                </a:lnTo>
                <a:lnTo>
                  <a:pt x="1828800" y="114300"/>
                </a:lnTo>
                <a:lnTo>
                  <a:pt x="1752600" y="76200"/>
                </a:lnTo>
                <a:close/>
              </a:path>
            </a:pathLst>
          </a:custGeom>
          <a:solidFill>
            <a:srgbClr val="682D6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56"/>
          <p:cNvSpPr txBox="1"/>
          <p:nvPr/>
        </p:nvSpPr>
        <p:spPr>
          <a:xfrm>
            <a:off x="2689098" y="1454911"/>
            <a:ext cx="1708150" cy="25463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600">
                <a:solidFill>
                  <a:srgbClr val="682D60"/>
                </a:solidFill>
                <a:latin typeface="Arial"/>
                <a:ea typeface="Arial"/>
                <a:cs typeface="Arial"/>
                <a:sym typeface="Arial"/>
              </a:rPr>
              <a:t>Smoke / FireAlarm</a:t>
            </a:r>
            <a:endParaRPr sz="1600">
              <a:solidFill>
                <a:schemeClr val="dk1"/>
              </a:solidFill>
              <a:latin typeface="Arial"/>
              <a:ea typeface="Arial"/>
              <a:cs typeface="Arial"/>
              <a:sym typeface="Arial"/>
            </a:endParaRPr>
          </a:p>
        </p:txBody>
      </p:sp>
      <p:sp>
        <p:nvSpPr>
          <p:cNvPr id="507" name="Google Shape;507;p56"/>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7"/>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57"/>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 </a:t>
            </a:r>
            <a:r>
              <a:rPr lang="en-US">
                <a:latin typeface="Arial"/>
                <a:ea typeface="Arial"/>
                <a:cs typeface="Arial"/>
                <a:sym typeface="Arial"/>
              </a:rPr>
              <a:t>– </a:t>
            </a:r>
            <a:r>
              <a:rPr lang="en-US"/>
              <a:t>Example</a:t>
            </a:r>
            <a:endParaRPr/>
          </a:p>
        </p:txBody>
      </p:sp>
      <p:sp>
        <p:nvSpPr>
          <p:cNvPr id="514" name="Google Shape;514;p57"/>
          <p:cNvSpPr/>
          <p:nvPr/>
        </p:nvSpPr>
        <p:spPr>
          <a:xfrm>
            <a:off x="2820161" y="1524761"/>
            <a:ext cx="1381125" cy="1295400"/>
          </a:xfrm>
          <a:custGeom>
            <a:rect b="b" l="l" r="r" t="t"/>
            <a:pathLst>
              <a:path extrusionOk="0" h="1295400" w="1381125">
                <a:moveTo>
                  <a:pt x="0" y="647700"/>
                </a:moveTo>
                <a:lnTo>
                  <a:pt x="1733" y="601438"/>
                </a:lnTo>
                <a:lnTo>
                  <a:pt x="6856" y="556056"/>
                </a:lnTo>
                <a:lnTo>
                  <a:pt x="15251" y="511661"/>
                </a:lnTo>
                <a:lnTo>
                  <a:pt x="26801" y="468365"/>
                </a:lnTo>
                <a:lnTo>
                  <a:pt x="41391" y="426275"/>
                </a:lnTo>
                <a:lnTo>
                  <a:pt x="58902" y="385503"/>
                </a:lnTo>
                <a:lnTo>
                  <a:pt x="79217" y="346157"/>
                </a:lnTo>
                <a:lnTo>
                  <a:pt x="102221" y="308347"/>
                </a:lnTo>
                <a:lnTo>
                  <a:pt x="127796" y="272183"/>
                </a:lnTo>
                <a:lnTo>
                  <a:pt x="155825" y="237774"/>
                </a:lnTo>
                <a:lnTo>
                  <a:pt x="186192" y="205229"/>
                </a:lnTo>
                <a:lnTo>
                  <a:pt x="218779" y="174658"/>
                </a:lnTo>
                <a:lnTo>
                  <a:pt x="253470" y="146171"/>
                </a:lnTo>
                <a:lnTo>
                  <a:pt x="290148" y="119877"/>
                </a:lnTo>
                <a:lnTo>
                  <a:pt x="328695" y="95886"/>
                </a:lnTo>
                <a:lnTo>
                  <a:pt x="368996" y="74307"/>
                </a:lnTo>
                <a:lnTo>
                  <a:pt x="410933" y="55250"/>
                </a:lnTo>
                <a:lnTo>
                  <a:pt x="454389" y="38824"/>
                </a:lnTo>
                <a:lnTo>
                  <a:pt x="499248" y="25140"/>
                </a:lnTo>
                <a:lnTo>
                  <a:pt x="545393" y="14305"/>
                </a:lnTo>
                <a:lnTo>
                  <a:pt x="592706" y="6431"/>
                </a:lnTo>
                <a:lnTo>
                  <a:pt x="641071" y="1626"/>
                </a:lnTo>
                <a:lnTo>
                  <a:pt x="690372" y="0"/>
                </a:lnTo>
                <a:lnTo>
                  <a:pt x="739672" y="1626"/>
                </a:lnTo>
                <a:lnTo>
                  <a:pt x="788037" y="6431"/>
                </a:lnTo>
                <a:lnTo>
                  <a:pt x="835350" y="14305"/>
                </a:lnTo>
                <a:lnTo>
                  <a:pt x="881495" y="25140"/>
                </a:lnTo>
                <a:lnTo>
                  <a:pt x="926354" y="38824"/>
                </a:lnTo>
                <a:lnTo>
                  <a:pt x="969810" y="55250"/>
                </a:lnTo>
                <a:lnTo>
                  <a:pt x="1011747" y="74307"/>
                </a:lnTo>
                <a:lnTo>
                  <a:pt x="1052048" y="95886"/>
                </a:lnTo>
                <a:lnTo>
                  <a:pt x="1090595" y="119877"/>
                </a:lnTo>
                <a:lnTo>
                  <a:pt x="1127273" y="146171"/>
                </a:lnTo>
                <a:lnTo>
                  <a:pt x="1161964" y="174658"/>
                </a:lnTo>
                <a:lnTo>
                  <a:pt x="1194551" y="205229"/>
                </a:lnTo>
                <a:lnTo>
                  <a:pt x="1224918" y="237774"/>
                </a:lnTo>
                <a:lnTo>
                  <a:pt x="1252947" y="272183"/>
                </a:lnTo>
                <a:lnTo>
                  <a:pt x="1278522" y="308347"/>
                </a:lnTo>
                <a:lnTo>
                  <a:pt x="1301526" y="346157"/>
                </a:lnTo>
                <a:lnTo>
                  <a:pt x="1321841" y="385503"/>
                </a:lnTo>
                <a:lnTo>
                  <a:pt x="1339352" y="426275"/>
                </a:lnTo>
                <a:lnTo>
                  <a:pt x="1353942" y="468365"/>
                </a:lnTo>
                <a:lnTo>
                  <a:pt x="1365492" y="511661"/>
                </a:lnTo>
                <a:lnTo>
                  <a:pt x="1373887" y="556056"/>
                </a:lnTo>
                <a:lnTo>
                  <a:pt x="1379010" y="601438"/>
                </a:lnTo>
                <a:lnTo>
                  <a:pt x="1380743" y="647700"/>
                </a:lnTo>
                <a:lnTo>
                  <a:pt x="1379010" y="693961"/>
                </a:lnTo>
                <a:lnTo>
                  <a:pt x="1373887" y="739343"/>
                </a:lnTo>
                <a:lnTo>
                  <a:pt x="1365492" y="783738"/>
                </a:lnTo>
                <a:lnTo>
                  <a:pt x="1353942" y="827034"/>
                </a:lnTo>
                <a:lnTo>
                  <a:pt x="1339352" y="869124"/>
                </a:lnTo>
                <a:lnTo>
                  <a:pt x="1321841" y="909896"/>
                </a:lnTo>
                <a:lnTo>
                  <a:pt x="1301526" y="949242"/>
                </a:lnTo>
                <a:lnTo>
                  <a:pt x="1278522" y="987052"/>
                </a:lnTo>
                <a:lnTo>
                  <a:pt x="1252947" y="1023216"/>
                </a:lnTo>
                <a:lnTo>
                  <a:pt x="1224918" y="1057625"/>
                </a:lnTo>
                <a:lnTo>
                  <a:pt x="1194551" y="1090170"/>
                </a:lnTo>
                <a:lnTo>
                  <a:pt x="1161964" y="1120741"/>
                </a:lnTo>
                <a:lnTo>
                  <a:pt x="1127273" y="1149228"/>
                </a:lnTo>
                <a:lnTo>
                  <a:pt x="1090595" y="1175522"/>
                </a:lnTo>
                <a:lnTo>
                  <a:pt x="1052048" y="1199513"/>
                </a:lnTo>
                <a:lnTo>
                  <a:pt x="1011747" y="1221092"/>
                </a:lnTo>
                <a:lnTo>
                  <a:pt x="969810" y="1240149"/>
                </a:lnTo>
                <a:lnTo>
                  <a:pt x="926354" y="1256575"/>
                </a:lnTo>
                <a:lnTo>
                  <a:pt x="881495" y="1270259"/>
                </a:lnTo>
                <a:lnTo>
                  <a:pt x="835350" y="1281094"/>
                </a:lnTo>
                <a:lnTo>
                  <a:pt x="788037" y="1288968"/>
                </a:lnTo>
                <a:lnTo>
                  <a:pt x="739672" y="1293773"/>
                </a:lnTo>
                <a:lnTo>
                  <a:pt x="690372" y="1295400"/>
                </a:lnTo>
                <a:lnTo>
                  <a:pt x="641071" y="1293773"/>
                </a:lnTo>
                <a:lnTo>
                  <a:pt x="592706" y="1288968"/>
                </a:lnTo>
                <a:lnTo>
                  <a:pt x="545393" y="1281094"/>
                </a:lnTo>
                <a:lnTo>
                  <a:pt x="499248" y="1270259"/>
                </a:lnTo>
                <a:lnTo>
                  <a:pt x="454389" y="1256575"/>
                </a:lnTo>
                <a:lnTo>
                  <a:pt x="410933" y="1240149"/>
                </a:lnTo>
                <a:lnTo>
                  <a:pt x="368996" y="1221092"/>
                </a:lnTo>
                <a:lnTo>
                  <a:pt x="328695" y="1199513"/>
                </a:lnTo>
                <a:lnTo>
                  <a:pt x="290148" y="1175522"/>
                </a:lnTo>
                <a:lnTo>
                  <a:pt x="253470" y="1149228"/>
                </a:lnTo>
                <a:lnTo>
                  <a:pt x="218779" y="1120741"/>
                </a:lnTo>
                <a:lnTo>
                  <a:pt x="186192" y="1090170"/>
                </a:lnTo>
                <a:lnTo>
                  <a:pt x="155825" y="1057625"/>
                </a:lnTo>
                <a:lnTo>
                  <a:pt x="127796" y="1023216"/>
                </a:lnTo>
                <a:lnTo>
                  <a:pt x="102221" y="987052"/>
                </a:lnTo>
                <a:lnTo>
                  <a:pt x="79217" y="949242"/>
                </a:lnTo>
                <a:lnTo>
                  <a:pt x="58902" y="909896"/>
                </a:lnTo>
                <a:lnTo>
                  <a:pt x="41391" y="869124"/>
                </a:lnTo>
                <a:lnTo>
                  <a:pt x="26801" y="827034"/>
                </a:lnTo>
                <a:lnTo>
                  <a:pt x="15251" y="783738"/>
                </a:lnTo>
                <a:lnTo>
                  <a:pt x="6856" y="739343"/>
                </a:lnTo>
                <a:lnTo>
                  <a:pt x="1733" y="693961"/>
                </a:lnTo>
                <a:lnTo>
                  <a:pt x="0" y="647700"/>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57"/>
          <p:cNvSpPr/>
          <p:nvPr/>
        </p:nvSpPr>
        <p:spPr>
          <a:xfrm>
            <a:off x="2820161" y="4453890"/>
            <a:ext cx="1381125" cy="1295400"/>
          </a:xfrm>
          <a:custGeom>
            <a:rect b="b" l="l" r="r" t="t"/>
            <a:pathLst>
              <a:path extrusionOk="0" h="1295400" w="1381125">
                <a:moveTo>
                  <a:pt x="0" y="647700"/>
                </a:moveTo>
                <a:lnTo>
                  <a:pt x="1733" y="601438"/>
                </a:lnTo>
                <a:lnTo>
                  <a:pt x="6856" y="556056"/>
                </a:lnTo>
                <a:lnTo>
                  <a:pt x="15251" y="511661"/>
                </a:lnTo>
                <a:lnTo>
                  <a:pt x="26801" y="468365"/>
                </a:lnTo>
                <a:lnTo>
                  <a:pt x="41391" y="426275"/>
                </a:lnTo>
                <a:lnTo>
                  <a:pt x="58902" y="385503"/>
                </a:lnTo>
                <a:lnTo>
                  <a:pt x="79217" y="346157"/>
                </a:lnTo>
                <a:lnTo>
                  <a:pt x="102221" y="308347"/>
                </a:lnTo>
                <a:lnTo>
                  <a:pt x="127796" y="272183"/>
                </a:lnTo>
                <a:lnTo>
                  <a:pt x="155825" y="237774"/>
                </a:lnTo>
                <a:lnTo>
                  <a:pt x="186192" y="205229"/>
                </a:lnTo>
                <a:lnTo>
                  <a:pt x="218779" y="174658"/>
                </a:lnTo>
                <a:lnTo>
                  <a:pt x="253470" y="146171"/>
                </a:lnTo>
                <a:lnTo>
                  <a:pt x="290148" y="119877"/>
                </a:lnTo>
                <a:lnTo>
                  <a:pt x="328695" y="95886"/>
                </a:lnTo>
                <a:lnTo>
                  <a:pt x="368996" y="74307"/>
                </a:lnTo>
                <a:lnTo>
                  <a:pt x="410933" y="55250"/>
                </a:lnTo>
                <a:lnTo>
                  <a:pt x="454389" y="38824"/>
                </a:lnTo>
                <a:lnTo>
                  <a:pt x="499248" y="25140"/>
                </a:lnTo>
                <a:lnTo>
                  <a:pt x="545393" y="14305"/>
                </a:lnTo>
                <a:lnTo>
                  <a:pt x="592706" y="6431"/>
                </a:lnTo>
                <a:lnTo>
                  <a:pt x="641071" y="1626"/>
                </a:lnTo>
                <a:lnTo>
                  <a:pt x="690372" y="0"/>
                </a:lnTo>
                <a:lnTo>
                  <a:pt x="739672" y="1626"/>
                </a:lnTo>
                <a:lnTo>
                  <a:pt x="788037" y="6431"/>
                </a:lnTo>
                <a:lnTo>
                  <a:pt x="835350" y="14305"/>
                </a:lnTo>
                <a:lnTo>
                  <a:pt x="881495" y="25140"/>
                </a:lnTo>
                <a:lnTo>
                  <a:pt x="926354" y="38824"/>
                </a:lnTo>
                <a:lnTo>
                  <a:pt x="969810" y="55250"/>
                </a:lnTo>
                <a:lnTo>
                  <a:pt x="1011747" y="74307"/>
                </a:lnTo>
                <a:lnTo>
                  <a:pt x="1052048" y="95886"/>
                </a:lnTo>
                <a:lnTo>
                  <a:pt x="1090595" y="119877"/>
                </a:lnTo>
                <a:lnTo>
                  <a:pt x="1127273" y="146171"/>
                </a:lnTo>
                <a:lnTo>
                  <a:pt x="1161964" y="174658"/>
                </a:lnTo>
                <a:lnTo>
                  <a:pt x="1194551" y="205229"/>
                </a:lnTo>
                <a:lnTo>
                  <a:pt x="1224918" y="237774"/>
                </a:lnTo>
                <a:lnTo>
                  <a:pt x="1252947" y="272183"/>
                </a:lnTo>
                <a:lnTo>
                  <a:pt x="1278522" y="308347"/>
                </a:lnTo>
                <a:lnTo>
                  <a:pt x="1301526" y="346157"/>
                </a:lnTo>
                <a:lnTo>
                  <a:pt x="1321841" y="385503"/>
                </a:lnTo>
                <a:lnTo>
                  <a:pt x="1339352" y="426275"/>
                </a:lnTo>
                <a:lnTo>
                  <a:pt x="1353942" y="468365"/>
                </a:lnTo>
                <a:lnTo>
                  <a:pt x="1365492" y="511661"/>
                </a:lnTo>
                <a:lnTo>
                  <a:pt x="1373887" y="556056"/>
                </a:lnTo>
                <a:lnTo>
                  <a:pt x="1379010" y="601438"/>
                </a:lnTo>
                <a:lnTo>
                  <a:pt x="1380743" y="647700"/>
                </a:lnTo>
                <a:lnTo>
                  <a:pt x="1379010" y="693961"/>
                </a:lnTo>
                <a:lnTo>
                  <a:pt x="1373887" y="739343"/>
                </a:lnTo>
                <a:lnTo>
                  <a:pt x="1365492" y="783738"/>
                </a:lnTo>
                <a:lnTo>
                  <a:pt x="1353942" y="827034"/>
                </a:lnTo>
                <a:lnTo>
                  <a:pt x="1339352" y="869124"/>
                </a:lnTo>
                <a:lnTo>
                  <a:pt x="1321841" y="909896"/>
                </a:lnTo>
                <a:lnTo>
                  <a:pt x="1301526" y="949242"/>
                </a:lnTo>
                <a:lnTo>
                  <a:pt x="1278522" y="987052"/>
                </a:lnTo>
                <a:lnTo>
                  <a:pt x="1252947" y="1023216"/>
                </a:lnTo>
                <a:lnTo>
                  <a:pt x="1224918" y="1057625"/>
                </a:lnTo>
                <a:lnTo>
                  <a:pt x="1194551" y="1090170"/>
                </a:lnTo>
                <a:lnTo>
                  <a:pt x="1161964" y="1120741"/>
                </a:lnTo>
                <a:lnTo>
                  <a:pt x="1127273" y="1149228"/>
                </a:lnTo>
                <a:lnTo>
                  <a:pt x="1090595" y="1175522"/>
                </a:lnTo>
                <a:lnTo>
                  <a:pt x="1052048" y="1199513"/>
                </a:lnTo>
                <a:lnTo>
                  <a:pt x="1011747" y="1221092"/>
                </a:lnTo>
                <a:lnTo>
                  <a:pt x="969810" y="1240149"/>
                </a:lnTo>
                <a:lnTo>
                  <a:pt x="926354" y="1256575"/>
                </a:lnTo>
                <a:lnTo>
                  <a:pt x="881495" y="1270259"/>
                </a:lnTo>
                <a:lnTo>
                  <a:pt x="835350" y="1281094"/>
                </a:lnTo>
                <a:lnTo>
                  <a:pt x="788037" y="1288968"/>
                </a:lnTo>
                <a:lnTo>
                  <a:pt x="739672" y="1293773"/>
                </a:lnTo>
                <a:lnTo>
                  <a:pt x="690372" y="1295400"/>
                </a:lnTo>
                <a:lnTo>
                  <a:pt x="641071" y="1293773"/>
                </a:lnTo>
                <a:lnTo>
                  <a:pt x="592706" y="1288968"/>
                </a:lnTo>
                <a:lnTo>
                  <a:pt x="545393" y="1281094"/>
                </a:lnTo>
                <a:lnTo>
                  <a:pt x="499248" y="1270259"/>
                </a:lnTo>
                <a:lnTo>
                  <a:pt x="454389" y="1256575"/>
                </a:lnTo>
                <a:lnTo>
                  <a:pt x="410933" y="1240149"/>
                </a:lnTo>
                <a:lnTo>
                  <a:pt x="368996" y="1221092"/>
                </a:lnTo>
                <a:lnTo>
                  <a:pt x="328695" y="1199513"/>
                </a:lnTo>
                <a:lnTo>
                  <a:pt x="290148" y="1175522"/>
                </a:lnTo>
                <a:lnTo>
                  <a:pt x="253470" y="1149228"/>
                </a:lnTo>
                <a:lnTo>
                  <a:pt x="218779" y="1120741"/>
                </a:lnTo>
                <a:lnTo>
                  <a:pt x="186192" y="1090170"/>
                </a:lnTo>
                <a:lnTo>
                  <a:pt x="155825" y="1057625"/>
                </a:lnTo>
                <a:lnTo>
                  <a:pt x="127796" y="1023216"/>
                </a:lnTo>
                <a:lnTo>
                  <a:pt x="102221" y="987052"/>
                </a:lnTo>
                <a:lnTo>
                  <a:pt x="79217" y="949242"/>
                </a:lnTo>
                <a:lnTo>
                  <a:pt x="58902" y="909896"/>
                </a:lnTo>
                <a:lnTo>
                  <a:pt x="41391" y="869124"/>
                </a:lnTo>
                <a:lnTo>
                  <a:pt x="26801" y="827034"/>
                </a:lnTo>
                <a:lnTo>
                  <a:pt x="15251" y="783738"/>
                </a:lnTo>
                <a:lnTo>
                  <a:pt x="6856" y="739343"/>
                </a:lnTo>
                <a:lnTo>
                  <a:pt x="1733" y="693961"/>
                </a:lnTo>
                <a:lnTo>
                  <a:pt x="0" y="647700"/>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57"/>
          <p:cNvSpPr txBox="1"/>
          <p:nvPr/>
        </p:nvSpPr>
        <p:spPr>
          <a:xfrm>
            <a:off x="3248914" y="4894707"/>
            <a:ext cx="522605" cy="40576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600">
                <a:solidFill>
                  <a:schemeClr val="dk1"/>
                </a:solidFill>
                <a:latin typeface="Arial"/>
                <a:ea typeface="Arial"/>
                <a:cs typeface="Arial"/>
                <a:sym typeface="Arial"/>
              </a:rPr>
              <a:t>ON</a:t>
            </a:r>
            <a:endParaRPr sz="2600">
              <a:solidFill>
                <a:schemeClr val="dk1"/>
              </a:solidFill>
              <a:latin typeface="Arial"/>
              <a:ea typeface="Arial"/>
              <a:cs typeface="Arial"/>
              <a:sym typeface="Arial"/>
            </a:endParaRPr>
          </a:p>
        </p:txBody>
      </p:sp>
      <p:sp>
        <p:nvSpPr>
          <p:cNvPr id="517" name="Google Shape;517;p57"/>
          <p:cNvSpPr/>
          <p:nvPr/>
        </p:nvSpPr>
        <p:spPr>
          <a:xfrm>
            <a:off x="4161282" y="2138807"/>
            <a:ext cx="479425" cy="2807335"/>
          </a:xfrm>
          <a:custGeom>
            <a:rect b="b" l="l" r="r" t="t"/>
            <a:pathLst>
              <a:path extrusionOk="0" h="2807335" w="479425">
                <a:moveTo>
                  <a:pt x="13334" y="2594736"/>
                </a:moveTo>
                <a:lnTo>
                  <a:pt x="0" y="2807335"/>
                </a:lnTo>
                <a:lnTo>
                  <a:pt x="178053" y="2690494"/>
                </a:lnTo>
                <a:lnTo>
                  <a:pt x="140041" y="2668397"/>
                </a:lnTo>
                <a:lnTo>
                  <a:pt x="102742" y="2668397"/>
                </a:lnTo>
                <a:lnTo>
                  <a:pt x="69595" y="2649854"/>
                </a:lnTo>
                <a:lnTo>
                  <a:pt x="79018" y="2632921"/>
                </a:lnTo>
                <a:lnTo>
                  <a:pt x="13334" y="2594736"/>
                </a:lnTo>
                <a:close/>
              </a:path>
              <a:path extrusionOk="0" h="2807335" w="479425">
                <a:moveTo>
                  <a:pt x="79018" y="2632921"/>
                </a:moveTo>
                <a:lnTo>
                  <a:pt x="69595" y="2649854"/>
                </a:lnTo>
                <a:lnTo>
                  <a:pt x="102742" y="2668397"/>
                </a:lnTo>
                <a:lnTo>
                  <a:pt x="111913" y="2652044"/>
                </a:lnTo>
                <a:lnTo>
                  <a:pt x="79018" y="2632921"/>
                </a:lnTo>
                <a:close/>
              </a:path>
              <a:path extrusionOk="0" h="2807335" w="479425">
                <a:moveTo>
                  <a:pt x="111913" y="2652044"/>
                </a:moveTo>
                <a:lnTo>
                  <a:pt x="102742" y="2668397"/>
                </a:lnTo>
                <a:lnTo>
                  <a:pt x="140041" y="2668397"/>
                </a:lnTo>
                <a:lnTo>
                  <a:pt x="111913" y="2652044"/>
                </a:lnTo>
                <a:close/>
              </a:path>
              <a:path extrusionOk="0" h="2807335" w="479425">
                <a:moveTo>
                  <a:pt x="53212" y="0"/>
                </a:moveTo>
                <a:lnTo>
                  <a:pt x="24129" y="24637"/>
                </a:lnTo>
                <a:lnTo>
                  <a:pt x="76326" y="85978"/>
                </a:lnTo>
                <a:lnTo>
                  <a:pt x="127507" y="147827"/>
                </a:lnTo>
                <a:lnTo>
                  <a:pt x="152272" y="179069"/>
                </a:lnTo>
                <a:lnTo>
                  <a:pt x="176783" y="210946"/>
                </a:lnTo>
                <a:lnTo>
                  <a:pt x="200532" y="243204"/>
                </a:lnTo>
                <a:lnTo>
                  <a:pt x="223519" y="275970"/>
                </a:lnTo>
                <a:lnTo>
                  <a:pt x="245490" y="309625"/>
                </a:lnTo>
                <a:lnTo>
                  <a:pt x="266700" y="343915"/>
                </a:lnTo>
                <a:lnTo>
                  <a:pt x="286892" y="379221"/>
                </a:lnTo>
                <a:lnTo>
                  <a:pt x="305688" y="415416"/>
                </a:lnTo>
                <a:lnTo>
                  <a:pt x="323468" y="452754"/>
                </a:lnTo>
                <a:lnTo>
                  <a:pt x="339851" y="491235"/>
                </a:lnTo>
                <a:lnTo>
                  <a:pt x="354838" y="530987"/>
                </a:lnTo>
                <a:lnTo>
                  <a:pt x="368172" y="572134"/>
                </a:lnTo>
                <a:lnTo>
                  <a:pt x="380238" y="614806"/>
                </a:lnTo>
                <a:lnTo>
                  <a:pt x="391287" y="659129"/>
                </a:lnTo>
                <a:lnTo>
                  <a:pt x="401192" y="704850"/>
                </a:lnTo>
                <a:lnTo>
                  <a:pt x="409955" y="751713"/>
                </a:lnTo>
                <a:lnTo>
                  <a:pt x="417575" y="799845"/>
                </a:lnTo>
                <a:lnTo>
                  <a:pt x="424179" y="848994"/>
                </a:lnTo>
                <a:lnTo>
                  <a:pt x="429640" y="899287"/>
                </a:lnTo>
                <a:lnTo>
                  <a:pt x="434085" y="950340"/>
                </a:lnTo>
                <a:lnTo>
                  <a:pt x="437388" y="1001902"/>
                </a:lnTo>
                <a:lnTo>
                  <a:pt x="439800" y="1054480"/>
                </a:lnTo>
                <a:lnTo>
                  <a:pt x="441070" y="1107313"/>
                </a:lnTo>
                <a:lnTo>
                  <a:pt x="441197" y="1160779"/>
                </a:lnTo>
                <a:lnTo>
                  <a:pt x="440286" y="1215008"/>
                </a:lnTo>
                <a:lnTo>
                  <a:pt x="438403" y="1268221"/>
                </a:lnTo>
                <a:lnTo>
                  <a:pt x="435609" y="1322196"/>
                </a:lnTo>
                <a:lnTo>
                  <a:pt x="431672" y="1376298"/>
                </a:lnTo>
                <a:lnTo>
                  <a:pt x="426338" y="1431163"/>
                </a:lnTo>
                <a:lnTo>
                  <a:pt x="419226" y="1488566"/>
                </a:lnTo>
                <a:lnTo>
                  <a:pt x="410590" y="1547621"/>
                </a:lnTo>
                <a:lnTo>
                  <a:pt x="400303" y="1608073"/>
                </a:lnTo>
                <a:lnTo>
                  <a:pt x="388873" y="1669668"/>
                </a:lnTo>
                <a:lnTo>
                  <a:pt x="376173" y="1731771"/>
                </a:lnTo>
                <a:lnTo>
                  <a:pt x="362712" y="1794255"/>
                </a:lnTo>
                <a:lnTo>
                  <a:pt x="348488" y="1856358"/>
                </a:lnTo>
                <a:lnTo>
                  <a:pt x="333501" y="1917953"/>
                </a:lnTo>
                <a:lnTo>
                  <a:pt x="318134" y="1978659"/>
                </a:lnTo>
                <a:lnTo>
                  <a:pt x="302513" y="2037968"/>
                </a:lnTo>
                <a:lnTo>
                  <a:pt x="286892" y="2095372"/>
                </a:lnTo>
                <a:lnTo>
                  <a:pt x="271271" y="2150617"/>
                </a:lnTo>
                <a:lnTo>
                  <a:pt x="255904" y="2203322"/>
                </a:lnTo>
                <a:lnTo>
                  <a:pt x="240918" y="2252853"/>
                </a:lnTo>
                <a:lnTo>
                  <a:pt x="226567" y="2299461"/>
                </a:lnTo>
                <a:lnTo>
                  <a:pt x="211454" y="2343911"/>
                </a:lnTo>
                <a:lnTo>
                  <a:pt x="194817" y="2388361"/>
                </a:lnTo>
                <a:lnTo>
                  <a:pt x="176529" y="2432685"/>
                </a:lnTo>
                <a:lnTo>
                  <a:pt x="157352" y="2476372"/>
                </a:lnTo>
                <a:lnTo>
                  <a:pt x="137413" y="2519044"/>
                </a:lnTo>
                <a:lnTo>
                  <a:pt x="117093" y="2560192"/>
                </a:lnTo>
                <a:lnTo>
                  <a:pt x="97027" y="2599435"/>
                </a:lnTo>
                <a:lnTo>
                  <a:pt x="79018" y="2632921"/>
                </a:lnTo>
                <a:lnTo>
                  <a:pt x="111913" y="2652044"/>
                </a:lnTo>
                <a:lnTo>
                  <a:pt x="130809" y="2617088"/>
                </a:lnTo>
                <a:lnTo>
                  <a:pt x="151256" y="2577084"/>
                </a:lnTo>
                <a:lnTo>
                  <a:pt x="171957" y="2535173"/>
                </a:lnTo>
                <a:lnTo>
                  <a:pt x="192277" y="2491740"/>
                </a:lnTo>
                <a:lnTo>
                  <a:pt x="211835" y="2447035"/>
                </a:lnTo>
                <a:lnTo>
                  <a:pt x="230377" y="2401823"/>
                </a:lnTo>
                <a:lnTo>
                  <a:pt x="247650" y="2355976"/>
                </a:lnTo>
                <a:lnTo>
                  <a:pt x="262889" y="2310765"/>
                </a:lnTo>
                <a:lnTo>
                  <a:pt x="277240" y="2264155"/>
                </a:lnTo>
                <a:lnTo>
                  <a:pt x="284860" y="2239391"/>
                </a:lnTo>
                <a:lnTo>
                  <a:pt x="300100" y="2187829"/>
                </a:lnTo>
                <a:lnTo>
                  <a:pt x="315721" y="2133599"/>
                </a:lnTo>
                <a:lnTo>
                  <a:pt x="339470" y="2047620"/>
                </a:lnTo>
                <a:lnTo>
                  <a:pt x="355091" y="1988057"/>
                </a:lnTo>
                <a:lnTo>
                  <a:pt x="370585" y="1926970"/>
                </a:lnTo>
                <a:lnTo>
                  <a:pt x="385571" y="1864867"/>
                </a:lnTo>
                <a:lnTo>
                  <a:pt x="400050" y="1802256"/>
                </a:lnTo>
                <a:lnTo>
                  <a:pt x="413512" y="1739391"/>
                </a:lnTo>
                <a:lnTo>
                  <a:pt x="426338" y="1676653"/>
                </a:lnTo>
                <a:lnTo>
                  <a:pt x="437895" y="1614423"/>
                </a:lnTo>
                <a:lnTo>
                  <a:pt x="448182" y="1553209"/>
                </a:lnTo>
                <a:lnTo>
                  <a:pt x="457072" y="1493265"/>
                </a:lnTo>
                <a:lnTo>
                  <a:pt x="464184" y="1435100"/>
                </a:lnTo>
                <a:lnTo>
                  <a:pt x="469772" y="1378965"/>
                </a:lnTo>
                <a:lnTo>
                  <a:pt x="473709" y="1324228"/>
                </a:lnTo>
                <a:lnTo>
                  <a:pt x="476503" y="1269618"/>
                </a:lnTo>
                <a:lnTo>
                  <a:pt x="478419" y="1214373"/>
                </a:lnTo>
                <a:lnTo>
                  <a:pt x="479297" y="1160526"/>
                </a:lnTo>
                <a:lnTo>
                  <a:pt x="479043" y="1106423"/>
                </a:lnTo>
                <a:lnTo>
                  <a:pt x="477900" y="1052702"/>
                </a:lnTo>
                <a:lnTo>
                  <a:pt x="475488" y="999489"/>
                </a:lnTo>
                <a:lnTo>
                  <a:pt x="472058" y="946912"/>
                </a:lnTo>
                <a:lnTo>
                  <a:pt x="467613" y="895095"/>
                </a:lnTo>
                <a:lnTo>
                  <a:pt x="462025" y="844041"/>
                </a:lnTo>
                <a:lnTo>
                  <a:pt x="455294" y="793876"/>
                </a:lnTo>
                <a:lnTo>
                  <a:pt x="447420" y="744727"/>
                </a:lnTo>
                <a:lnTo>
                  <a:pt x="438403" y="696721"/>
                </a:lnTo>
                <a:lnTo>
                  <a:pt x="428243" y="649858"/>
                </a:lnTo>
                <a:lnTo>
                  <a:pt x="416940" y="604392"/>
                </a:lnTo>
                <a:lnTo>
                  <a:pt x="404494" y="560323"/>
                </a:lnTo>
                <a:lnTo>
                  <a:pt x="390397" y="517651"/>
                </a:lnTo>
                <a:lnTo>
                  <a:pt x="374903" y="476250"/>
                </a:lnTo>
                <a:lnTo>
                  <a:pt x="357885" y="436371"/>
                </a:lnTo>
                <a:lnTo>
                  <a:pt x="339470" y="397763"/>
                </a:lnTo>
                <a:lnTo>
                  <a:pt x="319913" y="360298"/>
                </a:lnTo>
                <a:lnTo>
                  <a:pt x="299084" y="323976"/>
                </a:lnTo>
                <a:lnTo>
                  <a:pt x="277367" y="288670"/>
                </a:lnTo>
                <a:lnTo>
                  <a:pt x="254634" y="254253"/>
                </a:lnTo>
                <a:lnTo>
                  <a:pt x="231139" y="220598"/>
                </a:lnTo>
                <a:lnTo>
                  <a:pt x="206882" y="187705"/>
                </a:lnTo>
                <a:lnTo>
                  <a:pt x="182244" y="155447"/>
                </a:lnTo>
                <a:lnTo>
                  <a:pt x="156844" y="123570"/>
                </a:lnTo>
                <a:lnTo>
                  <a:pt x="105409" y="61340"/>
                </a:lnTo>
                <a:lnTo>
                  <a:pt x="53212"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57"/>
          <p:cNvSpPr/>
          <p:nvPr/>
        </p:nvSpPr>
        <p:spPr>
          <a:xfrm>
            <a:off x="2228214" y="2085594"/>
            <a:ext cx="592455" cy="2869565"/>
          </a:xfrm>
          <a:custGeom>
            <a:rect b="b" l="l" r="r" t="t"/>
            <a:pathLst>
              <a:path extrusionOk="0" h="2869565" w="592455">
                <a:moveTo>
                  <a:pt x="451991" y="130653"/>
                </a:moveTo>
                <a:lnTo>
                  <a:pt x="422148" y="168528"/>
                </a:lnTo>
                <a:lnTo>
                  <a:pt x="392557" y="208152"/>
                </a:lnTo>
                <a:lnTo>
                  <a:pt x="348107" y="272160"/>
                </a:lnTo>
                <a:lnTo>
                  <a:pt x="319151" y="317372"/>
                </a:lnTo>
                <a:lnTo>
                  <a:pt x="291719" y="363981"/>
                </a:lnTo>
                <a:lnTo>
                  <a:pt x="266065" y="411988"/>
                </a:lnTo>
                <a:lnTo>
                  <a:pt x="243078" y="461009"/>
                </a:lnTo>
                <a:lnTo>
                  <a:pt x="223266" y="510158"/>
                </a:lnTo>
                <a:lnTo>
                  <a:pt x="214249" y="534669"/>
                </a:lnTo>
                <a:lnTo>
                  <a:pt x="204851" y="559815"/>
                </a:lnTo>
                <a:lnTo>
                  <a:pt x="195072" y="585851"/>
                </a:lnTo>
                <a:lnTo>
                  <a:pt x="185166" y="612520"/>
                </a:lnTo>
                <a:lnTo>
                  <a:pt x="174752" y="639952"/>
                </a:lnTo>
                <a:lnTo>
                  <a:pt x="164465" y="667892"/>
                </a:lnTo>
                <a:lnTo>
                  <a:pt x="153797" y="696594"/>
                </a:lnTo>
                <a:lnTo>
                  <a:pt x="143129" y="725804"/>
                </a:lnTo>
                <a:lnTo>
                  <a:pt x="121920" y="786129"/>
                </a:lnTo>
                <a:lnTo>
                  <a:pt x="101092" y="848486"/>
                </a:lnTo>
                <a:lnTo>
                  <a:pt x="80899" y="912876"/>
                </a:lnTo>
                <a:lnTo>
                  <a:pt x="62103" y="979042"/>
                </a:lnTo>
                <a:lnTo>
                  <a:pt x="45085" y="1046733"/>
                </a:lnTo>
                <a:lnTo>
                  <a:pt x="29972" y="1115948"/>
                </a:lnTo>
                <a:lnTo>
                  <a:pt x="17526" y="1186560"/>
                </a:lnTo>
                <a:lnTo>
                  <a:pt x="8001" y="1258189"/>
                </a:lnTo>
                <a:lnTo>
                  <a:pt x="2032" y="1330832"/>
                </a:lnTo>
                <a:lnTo>
                  <a:pt x="0" y="1404365"/>
                </a:lnTo>
                <a:lnTo>
                  <a:pt x="508" y="1441322"/>
                </a:lnTo>
                <a:lnTo>
                  <a:pt x="5080" y="1515490"/>
                </a:lnTo>
                <a:lnTo>
                  <a:pt x="14478" y="1590039"/>
                </a:lnTo>
                <a:lnTo>
                  <a:pt x="20828" y="1627631"/>
                </a:lnTo>
                <a:lnTo>
                  <a:pt x="28193" y="1665604"/>
                </a:lnTo>
                <a:lnTo>
                  <a:pt x="36449" y="1704085"/>
                </a:lnTo>
                <a:lnTo>
                  <a:pt x="45720" y="1742693"/>
                </a:lnTo>
                <a:lnTo>
                  <a:pt x="55880" y="1781682"/>
                </a:lnTo>
                <a:lnTo>
                  <a:pt x="66929" y="1821052"/>
                </a:lnTo>
                <a:lnTo>
                  <a:pt x="78740" y="1860676"/>
                </a:lnTo>
                <a:lnTo>
                  <a:pt x="91312" y="1900554"/>
                </a:lnTo>
                <a:lnTo>
                  <a:pt x="104775" y="1940686"/>
                </a:lnTo>
                <a:lnTo>
                  <a:pt x="118872" y="1981199"/>
                </a:lnTo>
                <a:lnTo>
                  <a:pt x="133731" y="2021839"/>
                </a:lnTo>
                <a:lnTo>
                  <a:pt x="149225" y="2062733"/>
                </a:lnTo>
                <a:lnTo>
                  <a:pt x="165227" y="2103881"/>
                </a:lnTo>
                <a:lnTo>
                  <a:pt x="181991" y="2145283"/>
                </a:lnTo>
                <a:lnTo>
                  <a:pt x="199390" y="2186812"/>
                </a:lnTo>
                <a:lnTo>
                  <a:pt x="235331" y="2270632"/>
                </a:lnTo>
                <a:lnTo>
                  <a:pt x="273304" y="2354833"/>
                </a:lnTo>
                <a:lnTo>
                  <a:pt x="312801" y="2439797"/>
                </a:lnTo>
                <a:lnTo>
                  <a:pt x="353695" y="2525013"/>
                </a:lnTo>
                <a:lnTo>
                  <a:pt x="395478" y="2610738"/>
                </a:lnTo>
                <a:lnTo>
                  <a:pt x="438277" y="2696844"/>
                </a:lnTo>
                <a:lnTo>
                  <a:pt x="524764" y="2869056"/>
                </a:lnTo>
                <a:lnTo>
                  <a:pt x="558927" y="2852038"/>
                </a:lnTo>
                <a:lnTo>
                  <a:pt x="472313" y="2679699"/>
                </a:lnTo>
                <a:lnTo>
                  <a:pt x="429641" y="2593847"/>
                </a:lnTo>
                <a:lnTo>
                  <a:pt x="387858" y="2508376"/>
                </a:lnTo>
                <a:lnTo>
                  <a:pt x="347218" y="2423286"/>
                </a:lnTo>
                <a:lnTo>
                  <a:pt x="307848" y="2338704"/>
                </a:lnTo>
                <a:lnTo>
                  <a:pt x="270129" y="2254885"/>
                </a:lnTo>
                <a:lnTo>
                  <a:pt x="234315" y="2171826"/>
                </a:lnTo>
                <a:lnTo>
                  <a:pt x="217170" y="2130679"/>
                </a:lnTo>
                <a:lnTo>
                  <a:pt x="200660" y="2089657"/>
                </a:lnTo>
                <a:lnTo>
                  <a:pt x="184658" y="2048890"/>
                </a:lnTo>
                <a:lnTo>
                  <a:pt x="169291" y="2008377"/>
                </a:lnTo>
                <a:lnTo>
                  <a:pt x="154686" y="1968118"/>
                </a:lnTo>
                <a:lnTo>
                  <a:pt x="140716" y="1928113"/>
                </a:lnTo>
                <a:lnTo>
                  <a:pt x="127508" y="1888489"/>
                </a:lnTo>
                <a:lnTo>
                  <a:pt x="114935" y="1849119"/>
                </a:lnTo>
                <a:lnTo>
                  <a:pt x="103378" y="1810257"/>
                </a:lnTo>
                <a:lnTo>
                  <a:pt x="92583" y="1771522"/>
                </a:lnTo>
                <a:lnTo>
                  <a:pt x="82550" y="1733168"/>
                </a:lnTo>
                <a:lnTo>
                  <a:pt x="73533" y="1695195"/>
                </a:lnTo>
                <a:lnTo>
                  <a:pt x="65405" y="1657603"/>
                </a:lnTo>
                <a:lnTo>
                  <a:pt x="52070" y="1583689"/>
                </a:lnTo>
                <a:lnTo>
                  <a:pt x="42926" y="1511300"/>
                </a:lnTo>
                <a:lnTo>
                  <a:pt x="38481" y="1439417"/>
                </a:lnTo>
                <a:lnTo>
                  <a:pt x="38100" y="1403857"/>
                </a:lnTo>
                <a:lnTo>
                  <a:pt x="38481" y="1368043"/>
                </a:lnTo>
                <a:lnTo>
                  <a:pt x="42545" y="1297051"/>
                </a:lnTo>
                <a:lnTo>
                  <a:pt x="50165" y="1226819"/>
                </a:lnTo>
                <a:lnTo>
                  <a:pt x="60960" y="1157351"/>
                </a:lnTo>
                <a:lnTo>
                  <a:pt x="74422" y="1089025"/>
                </a:lnTo>
                <a:lnTo>
                  <a:pt x="99060" y="988440"/>
                </a:lnTo>
                <a:lnTo>
                  <a:pt x="117602" y="923289"/>
                </a:lnTo>
                <a:lnTo>
                  <a:pt x="137414" y="859916"/>
                </a:lnTo>
                <a:lnTo>
                  <a:pt x="157987" y="798194"/>
                </a:lnTo>
                <a:lnTo>
                  <a:pt x="179070" y="738504"/>
                </a:lnTo>
                <a:lnTo>
                  <a:pt x="210566" y="653160"/>
                </a:lnTo>
                <a:lnTo>
                  <a:pt x="230759" y="599185"/>
                </a:lnTo>
                <a:lnTo>
                  <a:pt x="240537" y="573151"/>
                </a:lnTo>
                <a:lnTo>
                  <a:pt x="249936" y="548004"/>
                </a:lnTo>
                <a:lnTo>
                  <a:pt x="268224" y="499363"/>
                </a:lnTo>
                <a:lnTo>
                  <a:pt x="288925" y="452119"/>
                </a:lnTo>
                <a:lnTo>
                  <a:pt x="312420" y="405383"/>
                </a:lnTo>
                <a:lnTo>
                  <a:pt x="351917" y="336676"/>
                </a:lnTo>
                <a:lnTo>
                  <a:pt x="380111" y="292734"/>
                </a:lnTo>
                <a:lnTo>
                  <a:pt x="409194" y="250570"/>
                </a:lnTo>
                <a:lnTo>
                  <a:pt x="438150" y="210565"/>
                </a:lnTo>
                <a:lnTo>
                  <a:pt x="466725" y="173227"/>
                </a:lnTo>
                <a:lnTo>
                  <a:pt x="480644" y="155797"/>
                </a:lnTo>
                <a:lnTo>
                  <a:pt x="451991" y="130653"/>
                </a:lnTo>
                <a:close/>
              </a:path>
              <a:path extrusionOk="0" h="2869565" w="592455">
                <a:moveTo>
                  <a:pt x="561393" y="116331"/>
                </a:moveTo>
                <a:lnTo>
                  <a:pt x="464566" y="116331"/>
                </a:lnTo>
                <a:lnTo>
                  <a:pt x="493141" y="141350"/>
                </a:lnTo>
                <a:lnTo>
                  <a:pt x="480644" y="155797"/>
                </a:lnTo>
                <a:lnTo>
                  <a:pt x="537845" y="205993"/>
                </a:lnTo>
                <a:lnTo>
                  <a:pt x="561393" y="116331"/>
                </a:lnTo>
                <a:close/>
              </a:path>
              <a:path extrusionOk="0" h="2869565" w="592455">
                <a:moveTo>
                  <a:pt x="464566" y="116331"/>
                </a:moveTo>
                <a:lnTo>
                  <a:pt x="451991" y="130653"/>
                </a:lnTo>
                <a:lnTo>
                  <a:pt x="480644" y="155797"/>
                </a:lnTo>
                <a:lnTo>
                  <a:pt x="493141" y="141350"/>
                </a:lnTo>
                <a:lnTo>
                  <a:pt x="464566" y="116331"/>
                </a:lnTo>
                <a:close/>
              </a:path>
              <a:path extrusionOk="0" h="2869565" w="592455">
                <a:moveTo>
                  <a:pt x="591947" y="0"/>
                </a:moveTo>
                <a:lnTo>
                  <a:pt x="394716" y="80390"/>
                </a:lnTo>
                <a:lnTo>
                  <a:pt x="451991" y="130653"/>
                </a:lnTo>
                <a:lnTo>
                  <a:pt x="464566" y="116331"/>
                </a:lnTo>
                <a:lnTo>
                  <a:pt x="561393" y="116331"/>
                </a:lnTo>
                <a:lnTo>
                  <a:pt x="591947"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57"/>
          <p:cNvSpPr txBox="1"/>
          <p:nvPr/>
        </p:nvSpPr>
        <p:spPr>
          <a:xfrm>
            <a:off x="533501" y="1334261"/>
            <a:ext cx="3319779" cy="103695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Input</a:t>
            </a:r>
            <a:r>
              <a:rPr lang="en-US" sz="2000">
                <a:solidFill>
                  <a:schemeClr val="dk1"/>
                </a:solidFill>
                <a:latin typeface="Arial"/>
                <a:ea typeface="Arial"/>
                <a:cs typeface="Arial"/>
                <a:sym typeface="Arial"/>
              </a:rPr>
              <a:t>:	Switch ON</a:t>
            </a:r>
            <a:endParaRPr sz="20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Output</a:t>
            </a:r>
            <a:r>
              <a:rPr lang="en-US" sz="2000">
                <a:solidFill>
                  <a:schemeClr val="dk1"/>
                </a:solidFill>
                <a:latin typeface="Arial"/>
                <a:ea typeface="Arial"/>
                <a:cs typeface="Arial"/>
                <a:sym typeface="Arial"/>
              </a:rPr>
              <a:t>:Light ON</a:t>
            </a:r>
            <a:endParaRPr sz="2000">
              <a:solidFill>
                <a:schemeClr val="dk1"/>
              </a:solidFill>
              <a:latin typeface="Arial"/>
              <a:ea typeface="Arial"/>
              <a:cs typeface="Arial"/>
              <a:sym typeface="Arial"/>
            </a:endParaRPr>
          </a:p>
          <a:p>
            <a:pPr indent="0" lvl="0" marL="0" marR="5080" rtl="0" algn="r">
              <a:lnSpc>
                <a:spcPct val="100000"/>
              </a:lnSpc>
              <a:spcBef>
                <a:spcPts val="170"/>
              </a:spcBef>
              <a:spcAft>
                <a:spcPts val="0"/>
              </a:spcAft>
              <a:buNone/>
            </a:pPr>
            <a:r>
              <a:rPr b="1" lang="en-US" sz="2600">
                <a:solidFill>
                  <a:schemeClr val="dk1"/>
                </a:solidFill>
                <a:latin typeface="Arial"/>
                <a:ea typeface="Arial"/>
                <a:cs typeface="Arial"/>
                <a:sym typeface="Arial"/>
              </a:rPr>
              <a:t>OFF</a:t>
            </a:r>
            <a:endParaRPr sz="2600">
              <a:solidFill>
                <a:schemeClr val="dk1"/>
              </a:solidFill>
              <a:latin typeface="Arial"/>
              <a:ea typeface="Arial"/>
              <a:cs typeface="Arial"/>
              <a:sym typeface="Arial"/>
            </a:endParaRPr>
          </a:p>
        </p:txBody>
      </p:sp>
      <p:sp>
        <p:nvSpPr>
          <p:cNvPr id="520" name="Google Shape;520;p57"/>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
        <p:nvSpPr>
          <p:cNvPr id="521" name="Google Shape;521;p57"/>
          <p:cNvSpPr txBox="1"/>
          <p:nvPr/>
        </p:nvSpPr>
        <p:spPr>
          <a:xfrm>
            <a:off x="307340" y="4970907"/>
            <a:ext cx="2268220" cy="62039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Input</a:t>
            </a:r>
            <a:r>
              <a:rPr lang="en-US" sz="2000">
                <a:solidFill>
                  <a:schemeClr val="dk1"/>
                </a:solidFill>
                <a:latin typeface="Arial"/>
                <a:ea typeface="Arial"/>
                <a:cs typeface="Arial"/>
                <a:sym typeface="Arial"/>
              </a:rPr>
              <a:t>:	Switch OFF</a:t>
            </a:r>
            <a:endParaRPr sz="20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Output</a:t>
            </a:r>
            <a:r>
              <a:rPr lang="en-US" sz="2000">
                <a:solidFill>
                  <a:schemeClr val="dk1"/>
                </a:solidFill>
                <a:latin typeface="Arial"/>
                <a:ea typeface="Arial"/>
                <a:cs typeface="Arial"/>
                <a:sym typeface="Arial"/>
              </a:rPr>
              <a:t>:Light OFF</a:t>
            </a:r>
            <a:endParaRPr sz="2000">
              <a:solidFill>
                <a:schemeClr val="dk1"/>
              </a:solidFill>
              <a:latin typeface="Arial"/>
              <a:ea typeface="Arial"/>
              <a:cs typeface="Arial"/>
              <a:sym typeface="Arial"/>
            </a:endParaRPr>
          </a:p>
        </p:txBody>
      </p:sp>
      <p:graphicFrame>
        <p:nvGraphicFramePr>
          <p:cNvPr id="522" name="Google Shape;522;p57"/>
          <p:cNvGraphicFramePr/>
          <p:nvPr/>
        </p:nvGraphicFramePr>
        <p:xfrm>
          <a:off x="4984750" y="1746250"/>
          <a:ext cx="3000000" cy="3000000"/>
        </p:xfrm>
        <a:graphic>
          <a:graphicData uri="http://schemas.openxmlformats.org/drawingml/2006/table">
            <a:tbl>
              <a:tblPr bandRow="1" firstRow="1">
                <a:noFill/>
                <a:tableStyleId>{088D9E38-63AB-4F39-8222-83D01DE5195E}</a:tableStyleId>
              </a:tblPr>
              <a:tblGrid>
                <a:gridCol w="1943100"/>
                <a:gridCol w="1943100"/>
              </a:tblGrid>
              <a:tr h="426725">
                <a:tc>
                  <a:txBody>
                    <a:bodyPr/>
                    <a:lstStyle/>
                    <a:p>
                      <a:pPr indent="0" lvl="0" marL="197485" marR="0" rtl="0" algn="l">
                        <a:lnSpc>
                          <a:spcPct val="100000"/>
                        </a:lnSpc>
                        <a:spcBef>
                          <a:spcPts val="0"/>
                        </a:spcBef>
                        <a:spcAft>
                          <a:spcPts val="0"/>
                        </a:spcAft>
                        <a:buNone/>
                      </a:pPr>
                      <a:r>
                        <a:rPr b="1" lang="en-US" sz="2200">
                          <a:solidFill>
                            <a:srgbClr val="FFFFFF"/>
                          </a:solidFill>
                          <a:latin typeface="Arial"/>
                          <a:ea typeface="Arial"/>
                          <a:cs typeface="Arial"/>
                          <a:sym typeface="Arial"/>
                        </a:rPr>
                        <a:t>Test Case 1</a:t>
                      </a:r>
                      <a:endParaRPr sz="2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c>
                  <a:txBody>
                    <a:bodyPr/>
                    <a:lstStyle/>
                    <a:p>
                      <a:pPr indent="0" lvl="0" marL="198120" marR="0" rtl="0" algn="l">
                        <a:lnSpc>
                          <a:spcPct val="100000"/>
                        </a:lnSpc>
                        <a:spcBef>
                          <a:spcPts val="0"/>
                        </a:spcBef>
                        <a:spcAft>
                          <a:spcPts val="0"/>
                        </a:spcAft>
                        <a:buNone/>
                      </a:pPr>
                      <a:r>
                        <a:rPr b="1" lang="en-US" sz="2200">
                          <a:solidFill>
                            <a:srgbClr val="FFFFFF"/>
                          </a:solidFill>
                          <a:latin typeface="Arial"/>
                          <a:ea typeface="Arial"/>
                          <a:cs typeface="Arial"/>
                          <a:sym typeface="Arial"/>
                        </a:rPr>
                        <a:t>Test Case 2</a:t>
                      </a:r>
                      <a:endParaRPr sz="2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r>
              <a:tr h="762000">
                <a:tc>
                  <a:txBody>
                    <a:bodyPr/>
                    <a:lstStyle/>
                    <a:p>
                      <a:pPr indent="0" lvl="0" marL="0" marR="0" rtl="0" algn="ctr">
                        <a:lnSpc>
                          <a:spcPct val="100000"/>
                        </a:lnSpc>
                        <a:spcBef>
                          <a:spcPts val="0"/>
                        </a:spcBef>
                        <a:spcAft>
                          <a:spcPts val="0"/>
                        </a:spcAft>
                        <a:buNone/>
                      </a:pPr>
                      <a:r>
                        <a:rPr lang="en-US" sz="2200">
                          <a:latin typeface="Arial"/>
                          <a:ea typeface="Arial"/>
                          <a:cs typeface="Arial"/>
                          <a:sym typeface="Arial"/>
                        </a:rPr>
                        <a:t>start state:</a:t>
                      </a:r>
                      <a:endParaRPr sz="2200">
                        <a:latin typeface="Arial"/>
                        <a:ea typeface="Arial"/>
                        <a:cs typeface="Arial"/>
                        <a:sym typeface="Arial"/>
                      </a:endParaRPr>
                    </a:p>
                    <a:p>
                      <a:pPr indent="0" lvl="0" marL="1270" marR="0" rtl="0" algn="ctr">
                        <a:lnSpc>
                          <a:spcPct val="100000"/>
                        </a:lnSpc>
                        <a:spcBef>
                          <a:spcPts val="0"/>
                        </a:spcBef>
                        <a:spcAft>
                          <a:spcPts val="0"/>
                        </a:spcAft>
                        <a:buNone/>
                      </a:pPr>
                      <a:r>
                        <a:rPr b="1" lang="en-US" sz="2200">
                          <a:latin typeface="Arial"/>
                          <a:ea typeface="Arial"/>
                          <a:cs typeface="Arial"/>
                          <a:sym typeface="Arial"/>
                        </a:rPr>
                        <a:t>OFF</a:t>
                      </a:r>
                      <a:endParaRPr sz="2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0" marR="0" rtl="0" algn="ctr">
                        <a:lnSpc>
                          <a:spcPct val="100000"/>
                        </a:lnSpc>
                        <a:spcBef>
                          <a:spcPts val="0"/>
                        </a:spcBef>
                        <a:spcAft>
                          <a:spcPts val="0"/>
                        </a:spcAft>
                        <a:buNone/>
                      </a:pPr>
                      <a:r>
                        <a:rPr lang="en-US" sz="2200">
                          <a:latin typeface="Arial"/>
                          <a:ea typeface="Arial"/>
                          <a:cs typeface="Arial"/>
                          <a:sym typeface="Arial"/>
                        </a:rPr>
                        <a:t>start state:</a:t>
                      </a:r>
                      <a:endParaRPr sz="2200">
                        <a:latin typeface="Arial"/>
                        <a:ea typeface="Arial"/>
                        <a:cs typeface="Arial"/>
                        <a:sym typeface="Arial"/>
                      </a:endParaRPr>
                    </a:p>
                    <a:p>
                      <a:pPr indent="0" lvl="0" marL="1270" marR="0" rtl="0" algn="ctr">
                        <a:lnSpc>
                          <a:spcPct val="100000"/>
                        </a:lnSpc>
                        <a:spcBef>
                          <a:spcPts val="0"/>
                        </a:spcBef>
                        <a:spcAft>
                          <a:spcPts val="0"/>
                        </a:spcAft>
                        <a:buNone/>
                      </a:pPr>
                      <a:r>
                        <a:rPr b="1" lang="en-US" sz="2200">
                          <a:latin typeface="Arial"/>
                          <a:ea typeface="Arial"/>
                          <a:cs typeface="Arial"/>
                          <a:sym typeface="Arial"/>
                        </a:rPr>
                        <a:t>ON</a:t>
                      </a:r>
                      <a:endParaRPr sz="2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r>
              <a:tr h="762000">
                <a:tc>
                  <a:txBody>
                    <a:bodyPr/>
                    <a:lstStyle/>
                    <a:p>
                      <a:pPr indent="0" lvl="0" marL="0" marR="0" rtl="0" algn="ctr">
                        <a:lnSpc>
                          <a:spcPct val="100000"/>
                        </a:lnSpc>
                        <a:spcBef>
                          <a:spcPts val="0"/>
                        </a:spcBef>
                        <a:spcAft>
                          <a:spcPts val="0"/>
                        </a:spcAft>
                        <a:buNone/>
                      </a:pPr>
                      <a:r>
                        <a:rPr lang="en-US" sz="2200">
                          <a:latin typeface="Arial"/>
                          <a:ea typeface="Arial"/>
                          <a:cs typeface="Arial"/>
                          <a:sym typeface="Arial"/>
                        </a:rPr>
                        <a:t>input:</a:t>
                      </a:r>
                      <a:endParaRPr sz="2200">
                        <a:latin typeface="Arial"/>
                        <a:ea typeface="Arial"/>
                        <a:cs typeface="Arial"/>
                        <a:sym typeface="Arial"/>
                      </a:endParaRPr>
                    </a:p>
                    <a:p>
                      <a:pPr indent="0" lvl="0" marL="0" marR="0" rtl="0" algn="ctr">
                        <a:lnSpc>
                          <a:spcPct val="100000"/>
                        </a:lnSpc>
                        <a:spcBef>
                          <a:spcPts val="0"/>
                        </a:spcBef>
                        <a:spcAft>
                          <a:spcPts val="0"/>
                        </a:spcAft>
                        <a:buNone/>
                      </a:pPr>
                      <a:r>
                        <a:rPr b="1" lang="en-US" sz="2200">
                          <a:latin typeface="Arial"/>
                          <a:ea typeface="Arial"/>
                          <a:cs typeface="Arial"/>
                          <a:sym typeface="Arial"/>
                        </a:rPr>
                        <a:t>switch ON</a:t>
                      </a:r>
                      <a:endParaRPr sz="2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0" marR="0" rtl="0" algn="ctr">
                        <a:lnSpc>
                          <a:spcPct val="100000"/>
                        </a:lnSpc>
                        <a:spcBef>
                          <a:spcPts val="0"/>
                        </a:spcBef>
                        <a:spcAft>
                          <a:spcPts val="0"/>
                        </a:spcAft>
                        <a:buNone/>
                      </a:pPr>
                      <a:r>
                        <a:rPr lang="en-US" sz="2200">
                          <a:latin typeface="Arial"/>
                          <a:ea typeface="Arial"/>
                          <a:cs typeface="Arial"/>
                          <a:sym typeface="Arial"/>
                        </a:rPr>
                        <a:t>input:</a:t>
                      </a:r>
                      <a:endParaRPr sz="2200">
                        <a:latin typeface="Arial"/>
                        <a:ea typeface="Arial"/>
                        <a:cs typeface="Arial"/>
                        <a:sym typeface="Arial"/>
                      </a:endParaRPr>
                    </a:p>
                    <a:p>
                      <a:pPr indent="0" lvl="0" marL="0" marR="0" rtl="0" algn="ctr">
                        <a:lnSpc>
                          <a:spcPct val="100000"/>
                        </a:lnSpc>
                        <a:spcBef>
                          <a:spcPts val="0"/>
                        </a:spcBef>
                        <a:spcAft>
                          <a:spcPts val="0"/>
                        </a:spcAft>
                        <a:buNone/>
                      </a:pPr>
                      <a:r>
                        <a:rPr b="1" lang="en-US" sz="2200">
                          <a:latin typeface="Arial"/>
                          <a:ea typeface="Arial"/>
                          <a:cs typeface="Arial"/>
                          <a:sym typeface="Arial"/>
                        </a:rPr>
                        <a:t>switch OFF</a:t>
                      </a:r>
                      <a:endParaRPr sz="2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r>
              <a:tr h="762000">
                <a:tc>
                  <a:txBody>
                    <a:bodyPr/>
                    <a:lstStyle/>
                    <a:p>
                      <a:pPr indent="0" lvl="0" marL="0" marR="0" rtl="0" algn="ctr">
                        <a:lnSpc>
                          <a:spcPct val="100000"/>
                        </a:lnSpc>
                        <a:spcBef>
                          <a:spcPts val="0"/>
                        </a:spcBef>
                        <a:spcAft>
                          <a:spcPts val="0"/>
                        </a:spcAft>
                        <a:buNone/>
                      </a:pPr>
                      <a:r>
                        <a:rPr lang="en-US" sz="2200">
                          <a:latin typeface="Arial"/>
                          <a:ea typeface="Arial"/>
                          <a:cs typeface="Arial"/>
                          <a:sym typeface="Arial"/>
                        </a:rPr>
                        <a:t>output:</a:t>
                      </a:r>
                      <a:endParaRPr sz="2200">
                        <a:latin typeface="Arial"/>
                        <a:ea typeface="Arial"/>
                        <a:cs typeface="Arial"/>
                        <a:sym typeface="Arial"/>
                      </a:endParaRPr>
                    </a:p>
                    <a:p>
                      <a:pPr indent="0" lvl="0" marL="1270" marR="0" rtl="0" algn="ctr">
                        <a:lnSpc>
                          <a:spcPct val="100000"/>
                        </a:lnSpc>
                        <a:spcBef>
                          <a:spcPts val="0"/>
                        </a:spcBef>
                        <a:spcAft>
                          <a:spcPts val="0"/>
                        </a:spcAft>
                        <a:buNone/>
                      </a:pPr>
                      <a:r>
                        <a:rPr b="1" lang="en-US" sz="2200">
                          <a:latin typeface="Arial"/>
                          <a:ea typeface="Arial"/>
                          <a:cs typeface="Arial"/>
                          <a:sym typeface="Arial"/>
                        </a:rPr>
                        <a:t>light ON</a:t>
                      </a:r>
                      <a:endParaRPr sz="2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0" marR="0" rtl="0" algn="ctr">
                        <a:lnSpc>
                          <a:spcPct val="100000"/>
                        </a:lnSpc>
                        <a:spcBef>
                          <a:spcPts val="0"/>
                        </a:spcBef>
                        <a:spcAft>
                          <a:spcPts val="0"/>
                        </a:spcAft>
                        <a:buNone/>
                      </a:pPr>
                      <a:r>
                        <a:rPr lang="en-US" sz="2200">
                          <a:latin typeface="Arial"/>
                          <a:ea typeface="Arial"/>
                          <a:cs typeface="Arial"/>
                          <a:sym typeface="Arial"/>
                        </a:rPr>
                        <a:t>output:</a:t>
                      </a:r>
                      <a:endParaRPr sz="2200">
                        <a:latin typeface="Arial"/>
                        <a:ea typeface="Arial"/>
                        <a:cs typeface="Arial"/>
                        <a:sym typeface="Arial"/>
                      </a:endParaRPr>
                    </a:p>
                    <a:p>
                      <a:pPr indent="0" lvl="0" marL="1270" marR="0" rtl="0" algn="ctr">
                        <a:lnSpc>
                          <a:spcPct val="100000"/>
                        </a:lnSpc>
                        <a:spcBef>
                          <a:spcPts val="0"/>
                        </a:spcBef>
                        <a:spcAft>
                          <a:spcPts val="0"/>
                        </a:spcAft>
                        <a:buNone/>
                      </a:pPr>
                      <a:r>
                        <a:rPr b="1" lang="en-US" sz="2200">
                          <a:latin typeface="Arial"/>
                          <a:ea typeface="Arial"/>
                          <a:cs typeface="Arial"/>
                          <a:sym typeface="Arial"/>
                        </a:rPr>
                        <a:t>light OFF</a:t>
                      </a:r>
                      <a:endParaRPr sz="2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r>
              <a:tr h="762000">
                <a:tc>
                  <a:txBody>
                    <a:bodyPr/>
                    <a:lstStyle/>
                    <a:p>
                      <a:pPr indent="0" lvl="0" marL="0" marR="0" rtl="0" algn="ctr">
                        <a:lnSpc>
                          <a:spcPct val="100000"/>
                        </a:lnSpc>
                        <a:spcBef>
                          <a:spcPts val="0"/>
                        </a:spcBef>
                        <a:spcAft>
                          <a:spcPts val="0"/>
                        </a:spcAft>
                        <a:buNone/>
                      </a:pPr>
                      <a:r>
                        <a:rPr lang="en-US" sz="2200">
                          <a:latin typeface="Arial"/>
                          <a:ea typeface="Arial"/>
                          <a:cs typeface="Arial"/>
                          <a:sym typeface="Arial"/>
                        </a:rPr>
                        <a:t>finish state:</a:t>
                      </a:r>
                      <a:endParaRPr sz="2200">
                        <a:latin typeface="Arial"/>
                        <a:ea typeface="Arial"/>
                        <a:cs typeface="Arial"/>
                        <a:sym typeface="Arial"/>
                      </a:endParaRPr>
                    </a:p>
                    <a:p>
                      <a:pPr indent="0" lvl="0" marL="635" marR="0" rtl="0" algn="ctr">
                        <a:lnSpc>
                          <a:spcPct val="100000"/>
                        </a:lnSpc>
                        <a:spcBef>
                          <a:spcPts val="0"/>
                        </a:spcBef>
                        <a:spcAft>
                          <a:spcPts val="0"/>
                        </a:spcAft>
                        <a:buNone/>
                      </a:pPr>
                      <a:r>
                        <a:rPr b="1" lang="en-US" sz="2200">
                          <a:latin typeface="Arial"/>
                          <a:ea typeface="Arial"/>
                          <a:cs typeface="Arial"/>
                          <a:sym typeface="Arial"/>
                        </a:rPr>
                        <a:t>ON</a:t>
                      </a:r>
                      <a:endParaRPr sz="2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0" marR="0" rtl="0" algn="ctr">
                        <a:lnSpc>
                          <a:spcPct val="100000"/>
                        </a:lnSpc>
                        <a:spcBef>
                          <a:spcPts val="0"/>
                        </a:spcBef>
                        <a:spcAft>
                          <a:spcPts val="0"/>
                        </a:spcAft>
                        <a:buNone/>
                      </a:pPr>
                      <a:r>
                        <a:rPr lang="en-US" sz="2200">
                          <a:latin typeface="Arial"/>
                          <a:ea typeface="Arial"/>
                          <a:cs typeface="Arial"/>
                          <a:sym typeface="Arial"/>
                        </a:rPr>
                        <a:t>finish state:</a:t>
                      </a:r>
                      <a:endParaRPr sz="2200">
                        <a:latin typeface="Arial"/>
                        <a:ea typeface="Arial"/>
                        <a:cs typeface="Arial"/>
                        <a:sym typeface="Arial"/>
                      </a:endParaRPr>
                    </a:p>
                    <a:p>
                      <a:pPr indent="0" lvl="0" marL="2540" marR="0" rtl="0" algn="ctr">
                        <a:lnSpc>
                          <a:spcPct val="100000"/>
                        </a:lnSpc>
                        <a:spcBef>
                          <a:spcPts val="0"/>
                        </a:spcBef>
                        <a:spcAft>
                          <a:spcPts val="0"/>
                        </a:spcAft>
                        <a:buNone/>
                      </a:pPr>
                      <a:r>
                        <a:rPr b="1" lang="en-US" sz="2200">
                          <a:latin typeface="Arial"/>
                          <a:ea typeface="Arial"/>
                          <a:cs typeface="Arial"/>
                          <a:sym typeface="Arial"/>
                        </a:rPr>
                        <a:t>OFF</a:t>
                      </a:r>
                      <a:endParaRPr sz="22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8"/>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58"/>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 </a:t>
            </a:r>
            <a:r>
              <a:rPr lang="en-US">
                <a:latin typeface="Arial"/>
                <a:ea typeface="Arial"/>
                <a:cs typeface="Arial"/>
                <a:sym typeface="Arial"/>
              </a:rPr>
              <a:t>– </a:t>
            </a:r>
            <a:r>
              <a:rPr lang="en-US"/>
              <a:t>Example</a:t>
            </a:r>
            <a:endParaRPr/>
          </a:p>
        </p:txBody>
      </p:sp>
      <p:sp>
        <p:nvSpPr>
          <p:cNvPr id="529" name="Google Shape;529;p58"/>
          <p:cNvSpPr/>
          <p:nvPr/>
        </p:nvSpPr>
        <p:spPr>
          <a:xfrm>
            <a:off x="2228214" y="1511808"/>
            <a:ext cx="4795900" cy="425043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58"/>
          <p:cNvSpPr txBox="1"/>
          <p:nvPr/>
        </p:nvSpPr>
        <p:spPr>
          <a:xfrm>
            <a:off x="3248914" y="4894707"/>
            <a:ext cx="522605" cy="40576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600">
                <a:solidFill>
                  <a:schemeClr val="dk1"/>
                </a:solidFill>
                <a:latin typeface="Arial"/>
                <a:ea typeface="Arial"/>
                <a:cs typeface="Arial"/>
                <a:sym typeface="Arial"/>
              </a:rPr>
              <a:t>ON</a:t>
            </a:r>
            <a:endParaRPr sz="2600">
              <a:solidFill>
                <a:schemeClr val="dk1"/>
              </a:solidFill>
              <a:latin typeface="Arial"/>
              <a:ea typeface="Arial"/>
              <a:cs typeface="Arial"/>
              <a:sym typeface="Arial"/>
            </a:endParaRPr>
          </a:p>
        </p:txBody>
      </p:sp>
      <p:sp>
        <p:nvSpPr>
          <p:cNvPr id="531" name="Google Shape;531;p58"/>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
        <p:nvSpPr>
          <p:cNvPr id="532" name="Google Shape;532;p58"/>
          <p:cNvSpPr txBox="1"/>
          <p:nvPr/>
        </p:nvSpPr>
        <p:spPr>
          <a:xfrm>
            <a:off x="5912611" y="3413379"/>
            <a:ext cx="817244" cy="40576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600">
                <a:solidFill>
                  <a:schemeClr val="dk1"/>
                </a:solidFill>
                <a:latin typeface="Arial"/>
                <a:ea typeface="Arial"/>
                <a:cs typeface="Arial"/>
                <a:sym typeface="Arial"/>
              </a:rPr>
              <a:t>Fault</a:t>
            </a:r>
            <a:endParaRPr sz="2600">
              <a:solidFill>
                <a:schemeClr val="dk1"/>
              </a:solidFill>
              <a:latin typeface="Arial"/>
              <a:ea typeface="Arial"/>
              <a:cs typeface="Arial"/>
              <a:sym typeface="Arial"/>
            </a:endParaRPr>
          </a:p>
        </p:txBody>
      </p:sp>
      <p:sp>
        <p:nvSpPr>
          <p:cNvPr id="533" name="Google Shape;533;p58"/>
          <p:cNvSpPr txBox="1"/>
          <p:nvPr/>
        </p:nvSpPr>
        <p:spPr>
          <a:xfrm>
            <a:off x="533501" y="1334261"/>
            <a:ext cx="3319779" cy="103695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Input</a:t>
            </a:r>
            <a:r>
              <a:rPr lang="en-US" sz="2000">
                <a:solidFill>
                  <a:schemeClr val="dk1"/>
                </a:solidFill>
                <a:latin typeface="Arial"/>
                <a:ea typeface="Arial"/>
                <a:cs typeface="Arial"/>
                <a:sym typeface="Arial"/>
              </a:rPr>
              <a:t>:	Switch ON</a:t>
            </a:r>
            <a:endParaRPr sz="20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Output</a:t>
            </a:r>
            <a:r>
              <a:rPr lang="en-US" sz="2000">
                <a:solidFill>
                  <a:schemeClr val="dk1"/>
                </a:solidFill>
                <a:latin typeface="Arial"/>
                <a:ea typeface="Arial"/>
                <a:cs typeface="Arial"/>
                <a:sym typeface="Arial"/>
              </a:rPr>
              <a:t>:Light ON</a:t>
            </a:r>
            <a:endParaRPr sz="2000">
              <a:solidFill>
                <a:schemeClr val="dk1"/>
              </a:solidFill>
              <a:latin typeface="Arial"/>
              <a:ea typeface="Arial"/>
              <a:cs typeface="Arial"/>
              <a:sym typeface="Arial"/>
            </a:endParaRPr>
          </a:p>
          <a:p>
            <a:pPr indent="0" lvl="0" marL="0" marR="5080" rtl="0" algn="r">
              <a:lnSpc>
                <a:spcPct val="100000"/>
              </a:lnSpc>
              <a:spcBef>
                <a:spcPts val="170"/>
              </a:spcBef>
              <a:spcAft>
                <a:spcPts val="0"/>
              </a:spcAft>
              <a:buNone/>
            </a:pPr>
            <a:r>
              <a:rPr b="1" lang="en-US" sz="2600">
                <a:solidFill>
                  <a:schemeClr val="dk1"/>
                </a:solidFill>
                <a:latin typeface="Arial"/>
                <a:ea typeface="Arial"/>
                <a:cs typeface="Arial"/>
                <a:sym typeface="Arial"/>
              </a:rPr>
              <a:t>OFF</a:t>
            </a:r>
            <a:endParaRPr sz="2600">
              <a:solidFill>
                <a:schemeClr val="dk1"/>
              </a:solidFill>
              <a:latin typeface="Arial"/>
              <a:ea typeface="Arial"/>
              <a:cs typeface="Arial"/>
              <a:sym typeface="Arial"/>
            </a:endParaRPr>
          </a:p>
        </p:txBody>
      </p:sp>
      <p:sp>
        <p:nvSpPr>
          <p:cNvPr id="534" name="Google Shape;534;p58"/>
          <p:cNvSpPr txBox="1"/>
          <p:nvPr/>
        </p:nvSpPr>
        <p:spPr>
          <a:xfrm>
            <a:off x="307340" y="4970907"/>
            <a:ext cx="2268220" cy="62039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Input</a:t>
            </a:r>
            <a:r>
              <a:rPr lang="en-US" sz="2000">
                <a:solidFill>
                  <a:schemeClr val="dk1"/>
                </a:solidFill>
                <a:latin typeface="Arial"/>
                <a:ea typeface="Arial"/>
                <a:cs typeface="Arial"/>
                <a:sym typeface="Arial"/>
              </a:rPr>
              <a:t>:	Switch OFF</a:t>
            </a:r>
            <a:endParaRPr sz="20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Output</a:t>
            </a:r>
            <a:r>
              <a:rPr lang="en-US" sz="2000">
                <a:solidFill>
                  <a:schemeClr val="dk1"/>
                </a:solidFill>
                <a:latin typeface="Arial"/>
                <a:ea typeface="Arial"/>
                <a:cs typeface="Arial"/>
                <a:sym typeface="Arial"/>
              </a:rPr>
              <a:t>:Light OFF</a:t>
            </a:r>
            <a:endParaRPr sz="2000">
              <a:solidFill>
                <a:schemeClr val="dk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9"/>
          <p:cNvSpPr txBox="1"/>
          <p:nvPr>
            <p:ph type="title"/>
          </p:nvPr>
        </p:nvSpPr>
        <p:spPr>
          <a:xfrm>
            <a:off x="0" y="0"/>
            <a:ext cx="9144000" cy="615553"/>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 </a:t>
            </a:r>
            <a:r>
              <a:rPr lang="en-US">
                <a:latin typeface="Arial"/>
                <a:ea typeface="Arial"/>
                <a:cs typeface="Arial"/>
                <a:sym typeface="Arial"/>
              </a:rPr>
              <a:t>– </a:t>
            </a:r>
            <a:r>
              <a:rPr lang="en-US"/>
              <a:t>Example</a:t>
            </a:r>
            <a:endParaRPr/>
          </a:p>
        </p:txBody>
      </p:sp>
      <p:sp>
        <p:nvSpPr>
          <p:cNvPr id="540" name="Google Shape;540;p59"/>
          <p:cNvSpPr/>
          <p:nvPr/>
        </p:nvSpPr>
        <p:spPr>
          <a:xfrm>
            <a:off x="627989" y="1511808"/>
            <a:ext cx="4795926" cy="425043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59"/>
          <p:cNvSpPr txBox="1"/>
          <p:nvPr/>
        </p:nvSpPr>
        <p:spPr>
          <a:xfrm>
            <a:off x="1564894" y="1965578"/>
            <a:ext cx="687070" cy="40576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600">
                <a:solidFill>
                  <a:schemeClr val="dk1"/>
                </a:solidFill>
                <a:latin typeface="Arial"/>
                <a:ea typeface="Arial"/>
                <a:cs typeface="Arial"/>
                <a:sym typeface="Arial"/>
              </a:rPr>
              <a:t>OFF</a:t>
            </a:r>
            <a:endParaRPr sz="2600">
              <a:solidFill>
                <a:schemeClr val="dk1"/>
              </a:solidFill>
              <a:latin typeface="Arial"/>
              <a:ea typeface="Arial"/>
              <a:cs typeface="Arial"/>
              <a:sym typeface="Arial"/>
            </a:endParaRPr>
          </a:p>
        </p:txBody>
      </p:sp>
      <p:sp>
        <p:nvSpPr>
          <p:cNvPr id="542" name="Google Shape;542;p59"/>
          <p:cNvSpPr txBox="1"/>
          <p:nvPr/>
        </p:nvSpPr>
        <p:spPr>
          <a:xfrm>
            <a:off x="1648714" y="4894707"/>
            <a:ext cx="522605" cy="40576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600">
                <a:solidFill>
                  <a:schemeClr val="dk1"/>
                </a:solidFill>
                <a:latin typeface="Arial"/>
                <a:ea typeface="Arial"/>
                <a:cs typeface="Arial"/>
                <a:sym typeface="Arial"/>
              </a:rPr>
              <a:t>ON</a:t>
            </a:r>
            <a:endParaRPr sz="2600">
              <a:solidFill>
                <a:schemeClr val="dk1"/>
              </a:solidFill>
              <a:latin typeface="Arial"/>
              <a:ea typeface="Arial"/>
              <a:cs typeface="Arial"/>
              <a:sym typeface="Arial"/>
            </a:endParaRPr>
          </a:p>
        </p:txBody>
      </p:sp>
      <p:sp>
        <p:nvSpPr>
          <p:cNvPr id="543" name="Google Shape;543;p59"/>
          <p:cNvSpPr txBox="1"/>
          <p:nvPr/>
        </p:nvSpPr>
        <p:spPr>
          <a:xfrm>
            <a:off x="4312158" y="3413379"/>
            <a:ext cx="817244" cy="40576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600">
                <a:solidFill>
                  <a:schemeClr val="dk1"/>
                </a:solidFill>
                <a:latin typeface="Arial"/>
                <a:ea typeface="Arial"/>
                <a:cs typeface="Arial"/>
                <a:sym typeface="Arial"/>
              </a:rPr>
              <a:t>Fault</a:t>
            </a:r>
            <a:endParaRPr sz="2600">
              <a:solidFill>
                <a:schemeClr val="dk1"/>
              </a:solidFill>
              <a:latin typeface="Arial"/>
              <a:ea typeface="Arial"/>
              <a:cs typeface="Arial"/>
              <a:sym typeface="Arial"/>
            </a:endParaRPr>
          </a:p>
        </p:txBody>
      </p:sp>
      <p:sp>
        <p:nvSpPr>
          <p:cNvPr id="544" name="Google Shape;544;p59"/>
          <p:cNvSpPr/>
          <p:nvPr/>
        </p:nvSpPr>
        <p:spPr>
          <a:xfrm>
            <a:off x="7125461" y="1052322"/>
            <a:ext cx="990600" cy="990600"/>
          </a:xfrm>
          <a:custGeom>
            <a:rect b="b" l="l" r="r" t="t"/>
            <a:pathLst>
              <a:path extrusionOk="0" h="990600" w="990600">
                <a:moveTo>
                  <a:pt x="0" y="495300"/>
                </a:moveTo>
                <a:lnTo>
                  <a:pt x="2267" y="447597"/>
                </a:lnTo>
                <a:lnTo>
                  <a:pt x="8930" y="401178"/>
                </a:lnTo>
                <a:lnTo>
                  <a:pt x="19782" y="356249"/>
                </a:lnTo>
                <a:lnTo>
                  <a:pt x="34615" y="313019"/>
                </a:lnTo>
                <a:lnTo>
                  <a:pt x="53222" y="271695"/>
                </a:lnTo>
                <a:lnTo>
                  <a:pt x="75394" y="232484"/>
                </a:lnTo>
                <a:lnTo>
                  <a:pt x="100925" y="195594"/>
                </a:lnTo>
                <a:lnTo>
                  <a:pt x="129607" y="161233"/>
                </a:lnTo>
                <a:lnTo>
                  <a:pt x="161233" y="129607"/>
                </a:lnTo>
                <a:lnTo>
                  <a:pt x="195594" y="100925"/>
                </a:lnTo>
                <a:lnTo>
                  <a:pt x="232484" y="75394"/>
                </a:lnTo>
                <a:lnTo>
                  <a:pt x="271695" y="53222"/>
                </a:lnTo>
                <a:lnTo>
                  <a:pt x="313019" y="34615"/>
                </a:lnTo>
                <a:lnTo>
                  <a:pt x="356249" y="19782"/>
                </a:lnTo>
                <a:lnTo>
                  <a:pt x="401178" y="8930"/>
                </a:lnTo>
                <a:lnTo>
                  <a:pt x="447597" y="2267"/>
                </a:lnTo>
                <a:lnTo>
                  <a:pt x="495300" y="0"/>
                </a:lnTo>
                <a:lnTo>
                  <a:pt x="543002" y="2267"/>
                </a:lnTo>
                <a:lnTo>
                  <a:pt x="589421" y="8930"/>
                </a:lnTo>
                <a:lnTo>
                  <a:pt x="634350" y="19782"/>
                </a:lnTo>
                <a:lnTo>
                  <a:pt x="677580" y="34615"/>
                </a:lnTo>
                <a:lnTo>
                  <a:pt x="718904" y="53222"/>
                </a:lnTo>
                <a:lnTo>
                  <a:pt x="758115" y="75394"/>
                </a:lnTo>
                <a:lnTo>
                  <a:pt x="795005" y="100925"/>
                </a:lnTo>
                <a:lnTo>
                  <a:pt x="829366" y="129607"/>
                </a:lnTo>
                <a:lnTo>
                  <a:pt x="860992" y="161233"/>
                </a:lnTo>
                <a:lnTo>
                  <a:pt x="889674" y="195594"/>
                </a:lnTo>
                <a:lnTo>
                  <a:pt x="915205" y="232484"/>
                </a:lnTo>
                <a:lnTo>
                  <a:pt x="937377" y="271695"/>
                </a:lnTo>
                <a:lnTo>
                  <a:pt x="955984" y="313019"/>
                </a:lnTo>
                <a:lnTo>
                  <a:pt x="970817" y="356249"/>
                </a:lnTo>
                <a:lnTo>
                  <a:pt x="981669" y="401178"/>
                </a:lnTo>
                <a:lnTo>
                  <a:pt x="988332" y="447597"/>
                </a:lnTo>
                <a:lnTo>
                  <a:pt x="990600" y="495300"/>
                </a:lnTo>
                <a:lnTo>
                  <a:pt x="988332" y="543002"/>
                </a:lnTo>
                <a:lnTo>
                  <a:pt x="981669" y="589421"/>
                </a:lnTo>
                <a:lnTo>
                  <a:pt x="970817" y="634350"/>
                </a:lnTo>
                <a:lnTo>
                  <a:pt x="955984" y="677580"/>
                </a:lnTo>
                <a:lnTo>
                  <a:pt x="937377" y="718904"/>
                </a:lnTo>
                <a:lnTo>
                  <a:pt x="915205" y="758115"/>
                </a:lnTo>
                <a:lnTo>
                  <a:pt x="889674" y="795005"/>
                </a:lnTo>
                <a:lnTo>
                  <a:pt x="860992" y="829366"/>
                </a:lnTo>
                <a:lnTo>
                  <a:pt x="829366" y="860992"/>
                </a:lnTo>
                <a:lnTo>
                  <a:pt x="795005" y="889674"/>
                </a:lnTo>
                <a:lnTo>
                  <a:pt x="758115" y="915205"/>
                </a:lnTo>
                <a:lnTo>
                  <a:pt x="718904" y="937377"/>
                </a:lnTo>
                <a:lnTo>
                  <a:pt x="677580" y="955984"/>
                </a:lnTo>
                <a:lnTo>
                  <a:pt x="634350" y="970817"/>
                </a:lnTo>
                <a:lnTo>
                  <a:pt x="589421" y="981669"/>
                </a:lnTo>
                <a:lnTo>
                  <a:pt x="543002" y="988332"/>
                </a:lnTo>
                <a:lnTo>
                  <a:pt x="495300" y="990600"/>
                </a:lnTo>
                <a:lnTo>
                  <a:pt x="447597" y="988332"/>
                </a:lnTo>
                <a:lnTo>
                  <a:pt x="401178" y="981669"/>
                </a:lnTo>
                <a:lnTo>
                  <a:pt x="356249" y="970817"/>
                </a:lnTo>
                <a:lnTo>
                  <a:pt x="313019" y="955984"/>
                </a:lnTo>
                <a:lnTo>
                  <a:pt x="271695" y="937377"/>
                </a:lnTo>
                <a:lnTo>
                  <a:pt x="232484" y="915205"/>
                </a:lnTo>
                <a:lnTo>
                  <a:pt x="195594" y="889674"/>
                </a:lnTo>
                <a:lnTo>
                  <a:pt x="161233" y="860992"/>
                </a:lnTo>
                <a:lnTo>
                  <a:pt x="129607" y="829366"/>
                </a:lnTo>
                <a:lnTo>
                  <a:pt x="100925" y="795005"/>
                </a:lnTo>
                <a:lnTo>
                  <a:pt x="75394" y="758115"/>
                </a:lnTo>
                <a:lnTo>
                  <a:pt x="53222" y="718904"/>
                </a:lnTo>
                <a:lnTo>
                  <a:pt x="34615" y="677580"/>
                </a:lnTo>
                <a:lnTo>
                  <a:pt x="19782" y="634350"/>
                </a:lnTo>
                <a:lnTo>
                  <a:pt x="8930" y="589421"/>
                </a:lnTo>
                <a:lnTo>
                  <a:pt x="2267" y="543002"/>
                </a:lnTo>
                <a:lnTo>
                  <a:pt x="0" y="495300"/>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59"/>
          <p:cNvSpPr txBox="1"/>
          <p:nvPr/>
        </p:nvSpPr>
        <p:spPr>
          <a:xfrm>
            <a:off x="7354316" y="1387983"/>
            <a:ext cx="534670" cy="31559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OFF</a:t>
            </a:r>
            <a:endParaRPr sz="2000">
              <a:solidFill>
                <a:schemeClr val="dk1"/>
              </a:solidFill>
              <a:latin typeface="Arial"/>
              <a:ea typeface="Arial"/>
              <a:cs typeface="Arial"/>
              <a:sym typeface="Arial"/>
            </a:endParaRPr>
          </a:p>
        </p:txBody>
      </p:sp>
      <p:sp>
        <p:nvSpPr>
          <p:cNvPr id="546" name="Google Shape;546;p59"/>
          <p:cNvSpPr/>
          <p:nvPr/>
        </p:nvSpPr>
        <p:spPr>
          <a:xfrm>
            <a:off x="7528559" y="2095500"/>
            <a:ext cx="182880" cy="489584"/>
          </a:xfrm>
          <a:custGeom>
            <a:rect b="b" l="l" r="r" t="t"/>
            <a:pathLst>
              <a:path extrusionOk="0" h="489585" w="182879">
                <a:moveTo>
                  <a:pt x="60960" y="306324"/>
                </a:moveTo>
                <a:lnTo>
                  <a:pt x="0" y="306324"/>
                </a:lnTo>
                <a:lnTo>
                  <a:pt x="91440" y="489203"/>
                </a:lnTo>
                <a:lnTo>
                  <a:pt x="167640" y="336803"/>
                </a:lnTo>
                <a:lnTo>
                  <a:pt x="60960" y="336803"/>
                </a:lnTo>
                <a:lnTo>
                  <a:pt x="60960" y="306324"/>
                </a:lnTo>
                <a:close/>
              </a:path>
              <a:path extrusionOk="0" h="489585" w="182879">
                <a:moveTo>
                  <a:pt x="121920" y="0"/>
                </a:moveTo>
                <a:lnTo>
                  <a:pt x="60960" y="0"/>
                </a:lnTo>
                <a:lnTo>
                  <a:pt x="60960" y="336803"/>
                </a:lnTo>
                <a:lnTo>
                  <a:pt x="121920" y="336803"/>
                </a:lnTo>
                <a:lnTo>
                  <a:pt x="121920" y="0"/>
                </a:lnTo>
                <a:close/>
              </a:path>
              <a:path extrusionOk="0" h="489585" w="182879">
                <a:moveTo>
                  <a:pt x="182880" y="306324"/>
                </a:moveTo>
                <a:lnTo>
                  <a:pt x="121920" y="306324"/>
                </a:lnTo>
                <a:lnTo>
                  <a:pt x="121920" y="336803"/>
                </a:lnTo>
                <a:lnTo>
                  <a:pt x="167640" y="336803"/>
                </a:lnTo>
                <a:lnTo>
                  <a:pt x="182880" y="30632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59"/>
          <p:cNvSpPr/>
          <p:nvPr/>
        </p:nvSpPr>
        <p:spPr>
          <a:xfrm>
            <a:off x="7125461" y="2617470"/>
            <a:ext cx="990600" cy="990600"/>
          </a:xfrm>
          <a:custGeom>
            <a:rect b="b" l="l" r="r" t="t"/>
            <a:pathLst>
              <a:path extrusionOk="0" h="990600" w="990600">
                <a:moveTo>
                  <a:pt x="0" y="495300"/>
                </a:moveTo>
                <a:lnTo>
                  <a:pt x="2267" y="447597"/>
                </a:lnTo>
                <a:lnTo>
                  <a:pt x="8930" y="401178"/>
                </a:lnTo>
                <a:lnTo>
                  <a:pt x="19782" y="356249"/>
                </a:lnTo>
                <a:lnTo>
                  <a:pt x="34615" y="313019"/>
                </a:lnTo>
                <a:lnTo>
                  <a:pt x="53222" y="271695"/>
                </a:lnTo>
                <a:lnTo>
                  <a:pt x="75394" y="232484"/>
                </a:lnTo>
                <a:lnTo>
                  <a:pt x="100925" y="195594"/>
                </a:lnTo>
                <a:lnTo>
                  <a:pt x="129607" y="161233"/>
                </a:lnTo>
                <a:lnTo>
                  <a:pt x="161233" y="129607"/>
                </a:lnTo>
                <a:lnTo>
                  <a:pt x="195594" y="100925"/>
                </a:lnTo>
                <a:lnTo>
                  <a:pt x="232484" y="75394"/>
                </a:lnTo>
                <a:lnTo>
                  <a:pt x="271695" y="53222"/>
                </a:lnTo>
                <a:lnTo>
                  <a:pt x="313019" y="34615"/>
                </a:lnTo>
                <a:lnTo>
                  <a:pt x="356249" y="19782"/>
                </a:lnTo>
                <a:lnTo>
                  <a:pt x="401178" y="8930"/>
                </a:lnTo>
                <a:lnTo>
                  <a:pt x="447597" y="2267"/>
                </a:lnTo>
                <a:lnTo>
                  <a:pt x="495300" y="0"/>
                </a:lnTo>
                <a:lnTo>
                  <a:pt x="543002" y="2267"/>
                </a:lnTo>
                <a:lnTo>
                  <a:pt x="589421" y="8930"/>
                </a:lnTo>
                <a:lnTo>
                  <a:pt x="634350" y="19782"/>
                </a:lnTo>
                <a:lnTo>
                  <a:pt x="677580" y="34615"/>
                </a:lnTo>
                <a:lnTo>
                  <a:pt x="718904" y="53222"/>
                </a:lnTo>
                <a:lnTo>
                  <a:pt x="758115" y="75394"/>
                </a:lnTo>
                <a:lnTo>
                  <a:pt x="795005" y="100925"/>
                </a:lnTo>
                <a:lnTo>
                  <a:pt x="829366" y="129607"/>
                </a:lnTo>
                <a:lnTo>
                  <a:pt x="860992" y="161233"/>
                </a:lnTo>
                <a:lnTo>
                  <a:pt x="889674" y="195594"/>
                </a:lnTo>
                <a:lnTo>
                  <a:pt x="915205" y="232484"/>
                </a:lnTo>
                <a:lnTo>
                  <a:pt x="937377" y="271695"/>
                </a:lnTo>
                <a:lnTo>
                  <a:pt x="955984" y="313019"/>
                </a:lnTo>
                <a:lnTo>
                  <a:pt x="970817" y="356249"/>
                </a:lnTo>
                <a:lnTo>
                  <a:pt x="981669" y="401178"/>
                </a:lnTo>
                <a:lnTo>
                  <a:pt x="988332" y="447597"/>
                </a:lnTo>
                <a:lnTo>
                  <a:pt x="990600" y="495300"/>
                </a:lnTo>
                <a:lnTo>
                  <a:pt x="988332" y="543002"/>
                </a:lnTo>
                <a:lnTo>
                  <a:pt x="981669" y="589421"/>
                </a:lnTo>
                <a:lnTo>
                  <a:pt x="970817" y="634350"/>
                </a:lnTo>
                <a:lnTo>
                  <a:pt x="955984" y="677580"/>
                </a:lnTo>
                <a:lnTo>
                  <a:pt x="937377" y="718904"/>
                </a:lnTo>
                <a:lnTo>
                  <a:pt x="915205" y="758115"/>
                </a:lnTo>
                <a:lnTo>
                  <a:pt x="889674" y="795005"/>
                </a:lnTo>
                <a:lnTo>
                  <a:pt x="860992" y="829366"/>
                </a:lnTo>
                <a:lnTo>
                  <a:pt x="829366" y="860992"/>
                </a:lnTo>
                <a:lnTo>
                  <a:pt x="795005" y="889674"/>
                </a:lnTo>
                <a:lnTo>
                  <a:pt x="758115" y="915205"/>
                </a:lnTo>
                <a:lnTo>
                  <a:pt x="718904" y="937377"/>
                </a:lnTo>
                <a:lnTo>
                  <a:pt x="677580" y="955984"/>
                </a:lnTo>
                <a:lnTo>
                  <a:pt x="634350" y="970817"/>
                </a:lnTo>
                <a:lnTo>
                  <a:pt x="589421" y="981669"/>
                </a:lnTo>
                <a:lnTo>
                  <a:pt x="543002" y="988332"/>
                </a:lnTo>
                <a:lnTo>
                  <a:pt x="495300" y="990599"/>
                </a:lnTo>
                <a:lnTo>
                  <a:pt x="447597" y="988332"/>
                </a:lnTo>
                <a:lnTo>
                  <a:pt x="401178" y="981669"/>
                </a:lnTo>
                <a:lnTo>
                  <a:pt x="356249" y="970817"/>
                </a:lnTo>
                <a:lnTo>
                  <a:pt x="313019" y="955984"/>
                </a:lnTo>
                <a:lnTo>
                  <a:pt x="271695" y="937377"/>
                </a:lnTo>
                <a:lnTo>
                  <a:pt x="232484" y="915205"/>
                </a:lnTo>
                <a:lnTo>
                  <a:pt x="195594" y="889674"/>
                </a:lnTo>
                <a:lnTo>
                  <a:pt x="161233" y="860992"/>
                </a:lnTo>
                <a:lnTo>
                  <a:pt x="129607" y="829366"/>
                </a:lnTo>
                <a:lnTo>
                  <a:pt x="100925" y="795005"/>
                </a:lnTo>
                <a:lnTo>
                  <a:pt x="75394" y="758115"/>
                </a:lnTo>
                <a:lnTo>
                  <a:pt x="53222" y="718904"/>
                </a:lnTo>
                <a:lnTo>
                  <a:pt x="34615" y="677580"/>
                </a:lnTo>
                <a:lnTo>
                  <a:pt x="19782" y="634350"/>
                </a:lnTo>
                <a:lnTo>
                  <a:pt x="8930" y="589421"/>
                </a:lnTo>
                <a:lnTo>
                  <a:pt x="2267" y="543002"/>
                </a:lnTo>
                <a:lnTo>
                  <a:pt x="0" y="495300"/>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59"/>
          <p:cNvSpPr txBox="1"/>
          <p:nvPr/>
        </p:nvSpPr>
        <p:spPr>
          <a:xfrm>
            <a:off x="7416800" y="2953765"/>
            <a:ext cx="407670" cy="31559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ON</a:t>
            </a:r>
            <a:endParaRPr sz="2000">
              <a:solidFill>
                <a:schemeClr val="dk1"/>
              </a:solidFill>
              <a:latin typeface="Arial"/>
              <a:ea typeface="Arial"/>
              <a:cs typeface="Arial"/>
              <a:sym typeface="Arial"/>
            </a:endParaRPr>
          </a:p>
        </p:txBody>
      </p:sp>
      <p:sp>
        <p:nvSpPr>
          <p:cNvPr id="549" name="Google Shape;549;p59"/>
          <p:cNvSpPr/>
          <p:nvPr/>
        </p:nvSpPr>
        <p:spPr>
          <a:xfrm>
            <a:off x="7528559" y="3660647"/>
            <a:ext cx="182880" cy="489584"/>
          </a:xfrm>
          <a:custGeom>
            <a:rect b="b" l="l" r="r" t="t"/>
            <a:pathLst>
              <a:path extrusionOk="0" h="489585" w="182879">
                <a:moveTo>
                  <a:pt x="60960" y="306324"/>
                </a:moveTo>
                <a:lnTo>
                  <a:pt x="0" y="306324"/>
                </a:lnTo>
                <a:lnTo>
                  <a:pt x="91440" y="489203"/>
                </a:lnTo>
                <a:lnTo>
                  <a:pt x="167640" y="336803"/>
                </a:lnTo>
                <a:lnTo>
                  <a:pt x="60960" y="336803"/>
                </a:lnTo>
                <a:lnTo>
                  <a:pt x="60960" y="306324"/>
                </a:lnTo>
                <a:close/>
              </a:path>
              <a:path extrusionOk="0" h="489585" w="182879">
                <a:moveTo>
                  <a:pt x="121920" y="0"/>
                </a:moveTo>
                <a:lnTo>
                  <a:pt x="60960" y="0"/>
                </a:lnTo>
                <a:lnTo>
                  <a:pt x="60960" y="336803"/>
                </a:lnTo>
                <a:lnTo>
                  <a:pt x="121920" y="336803"/>
                </a:lnTo>
                <a:lnTo>
                  <a:pt x="121920" y="0"/>
                </a:lnTo>
                <a:close/>
              </a:path>
              <a:path extrusionOk="0" h="489585" w="182879">
                <a:moveTo>
                  <a:pt x="182880" y="306324"/>
                </a:moveTo>
                <a:lnTo>
                  <a:pt x="121920" y="306324"/>
                </a:lnTo>
                <a:lnTo>
                  <a:pt x="121920" y="336803"/>
                </a:lnTo>
                <a:lnTo>
                  <a:pt x="167640" y="336803"/>
                </a:lnTo>
                <a:lnTo>
                  <a:pt x="182880" y="30632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59"/>
          <p:cNvSpPr/>
          <p:nvPr/>
        </p:nvSpPr>
        <p:spPr>
          <a:xfrm>
            <a:off x="7125461" y="4150614"/>
            <a:ext cx="990600" cy="990600"/>
          </a:xfrm>
          <a:custGeom>
            <a:rect b="b" l="l" r="r" t="t"/>
            <a:pathLst>
              <a:path extrusionOk="0" h="990600" w="990600">
                <a:moveTo>
                  <a:pt x="0" y="495300"/>
                </a:moveTo>
                <a:lnTo>
                  <a:pt x="2267" y="447597"/>
                </a:lnTo>
                <a:lnTo>
                  <a:pt x="8930" y="401178"/>
                </a:lnTo>
                <a:lnTo>
                  <a:pt x="19782" y="356249"/>
                </a:lnTo>
                <a:lnTo>
                  <a:pt x="34615" y="313019"/>
                </a:lnTo>
                <a:lnTo>
                  <a:pt x="53222" y="271695"/>
                </a:lnTo>
                <a:lnTo>
                  <a:pt x="75394" y="232484"/>
                </a:lnTo>
                <a:lnTo>
                  <a:pt x="100925" y="195594"/>
                </a:lnTo>
                <a:lnTo>
                  <a:pt x="129607" y="161233"/>
                </a:lnTo>
                <a:lnTo>
                  <a:pt x="161233" y="129607"/>
                </a:lnTo>
                <a:lnTo>
                  <a:pt x="195594" y="100925"/>
                </a:lnTo>
                <a:lnTo>
                  <a:pt x="232484" y="75394"/>
                </a:lnTo>
                <a:lnTo>
                  <a:pt x="271695" y="53222"/>
                </a:lnTo>
                <a:lnTo>
                  <a:pt x="313019" y="34615"/>
                </a:lnTo>
                <a:lnTo>
                  <a:pt x="356249" y="19782"/>
                </a:lnTo>
                <a:lnTo>
                  <a:pt x="401178" y="8930"/>
                </a:lnTo>
                <a:lnTo>
                  <a:pt x="447597" y="2267"/>
                </a:lnTo>
                <a:lnTo>
                  <a:pt x="495300" y="0"/>
                </a:lnTo>
                <a:lnTo>
                  <a:pt x="543002" y="2267"/>
                </a:lnTo>
                <a:lnTo>
                  <a:pt x="589421" y="8930"/>
                </a:lnTo>
                <a:lnTo>
                  <a:pt x="634350" y="19782"/>
                </a:lnTo>
                <a:lnTo>
                  <a:pt x="677580" y="34615"/>
                </a:lnTo>
                <a:lnTo>
                  <a:pt x="718904" y="53222"/>
                </a:lnTo>
                <a:lnTo>
                  <a:pt x="758115" y="75394"/>
                </a:lnTo>
                <a:lnTo>
                  <a:pt x="795005" y="100925"/>
                </a:lnTo>
                <a:lnTo>
                  <a:pt x="829366" y="129607"/>
                </a:lnTo>
                <a:lnTo>
                  <a:pt x="860992" y="161233"/>
                </a:lnTo>
                <a:lnTo>
                  <a:pt x="889674" y="195594"/>
                </a:lnTo>
                <a:lnTo>
                  <a:pt x="915205" y="232484"/>
                </a:lnTo>
                <a:lnTo>
                  <a:pt x="937377" y="271695"/>
                </a:lnTo>
                <a:lnTo>
                  <a:pt x="955984" y="313019"/>
                </a:lnTo>
                <a:lnTo>
                  <a:pt x="970817" y="356249"/>
                </a:lnTo>
                <a:lnTo>
                  <a:pt x="981669" y="401178"/>
                </a:lnTo>
                <a:lnTo>
                  <a:pt x="988332" y="447597"/>
                </a:lnTo>
                <a:lnTo>
                  <a:pt x="990600" y="495300"/>
                </a:lnTo>
                <a:lnTo>
                  <a:pt x="988332" y="543002"/>
                </a:lnTo>
                <a:lnTo>
                  <a:pt x="981669" y="589421"/>
                </a:lnTo>
                <a:lnTo>
                  <a:pt x="970817" y="634350"/>
                </a:lnTo>
                <a:lnTo>
                  <a:pt x="955984" y="677580"/>
                </a:lnTo>
                <a:lnTo>
                  <a:pt x="937377" y="718904"/>
                </a:lnTo>
                <a:lnTo>
                  <a:pt x="915205" y="758115"/>
                </a:lnTo>
                <a:lnTo>
                  <a:pt x="889674" y="795005"/>
                </a:lnTo>
                <a:lnTo>
                  <a:pt x="860992" y="829366"/>
                </a:lnTo>
                <a:lnTo>
                  <a:pt x="829366" y="860992"/>
                </a:lnTo>
                <a:lnTo>
                  <a:pt x="795005" y="889674"/>
                </a:lnTo>
                <a:lnTo>
                  <a:pt x="758115" y="915205"/>
                </a:lnTo>
                <a:lnTo>
                  <a:pt x="718904" y="937377"/>
                </a:lnTo>
                <a:lnTo>
                  <a:pt x="677580" y="955984"/>
                </a:lnTo>
                <a:lnTo>
                  <a:pt x="634350" y="970817"/>
                </a:lnTo>
                <a:lnTo>
                  <a:pt x="589421" y="981669"/>
                </a:lnTo>
                <a:lnTo>
                  <a:pt x="543002" y="988332"/>
                </a:lnTo>
                <a:lnTo>
                  <a:pt x="495300" y="990600"/>
                </a:lnTo>
                <a:lnTo>
                  <a:pt x="447597" y="988332"/>
                </a:lnTo>
                <a:lnTo>
                  <a:pt x="401178" y="981669"/>
                </a:lnTo>
                <a:lnTo>
                  <a:pt x="356249" y="970817"/>
                </a:lnTo>
                <a:lnTo>
                  <a:pt x="313019" y="955984"/>
                </a:lnTo>
                <a:lnTo>
                  <a:pt x="271695" y="937377"/>
                </a:lnTo>
                <a:lnTo>
                  <a:pt x="232484" y="915205"/>
                </a:lnTo>
                <a:lnTo>
                  <a:pt x="195594" y="889674"/>
                </a:lnTo>
                <a:lnTo>
                  <a:pt x="161233" y="860992"/>
                </a:lnTo>
                <a:lnTo>
                  <a:pt x="129607" y="829366"/>
                </a:lnTo>
                <a:lnTo>
                  <a:pt x="100925" y="795005"/>
                </a:lnTo>
                <a:lnTo>
                  <a:pt x="75394" y="758115"/>
                </a:lnTo>
                <a:lnTo>
                  <a:pt x="53222" y="718904"/>
                </a:lnTo>
                <a:lnTo>
                  <a:pt x="34615" y="677580"/>
                </a:lnTo>
                <a:lnTo>
                  <a:pt x="19782" y="634350"/>
                </a:lnTo>
                <a:lnTo>
                  <a:pt x="8930" y="589421"/>
                </a:lnTo>
                <a:lnTo>
                  <a:pt x="2267" y="543002"/>
                </a:lnTo>
                <a:lnTo>
                  <a:pt x="0" y="495300"/>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59"/>
          <p:cNvSpPr txBox="1"/>
          <p:nvPr/>
        </p:nvSpPr>
        <p:spPr>
          <a:xfrm>
            <a:off x="7354316" y="4486275"/>
            <a:ext cx="534670" cy="31559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OFF</a:t>
            </a:r>
            <a:endParaRPr sz="2000">
              <a:solidFill>
                <a:schemeClr val="dk1"/>
              </a:solidFill>
              <a:latin typeface="Arial"/>
              <a:ea typeface="Arial"/>
              <a:cs typeface="Arial"/>
              <a:sym typeface="Arial"/>
            </a:endParaRPr>
          </a:p>
        </p:txBody>
      </p:sp>
      <p:sp>
        <p:nvSpPr>
          <p:cNvPr id="552" name="Google Shape;552;p59"/>
          <p:cNvSpPr/>
          <p:nvPr/>
        </p:nvSpPr>
        <p:spPr>
          <a:xfrm>
            <a:off x="7528559" y="5192267"/>
            <a:ext cx="182880" cy="489584"/>
          </a:xfrm>
          <a:custGeom>
            <a:rect b="b" l="l" r="r" t="t"/>
            <a:pathLst>
              <a:path extrusionOk="0" h="489585" w="182879">
                <a:moveTo>
                  <a:pt x="60960" y="306323"/>
                </a:moveTo>
                <a:lnTo>
                  <a:pt x="0" y="306323"/>
                </a:lnTo>
                <a:lnTo>
                  <a:pt x="91440" y="489191"/>
                </a:lnTo>
                <a:lnTo>
                  <a:pt x="167638" y="336803"/>
                </a:lnTo>
                <a:lnTo>
                  <a:pt x="60960" y="336803"/>
                </a:lnTo>
                <a:lnTo>
                  <a:pt x="60960" y="306323"/>
                </a:lnTo>
                <a:close/>
              </a:path>
              <a:path extrusionOk="0" h="489585" w="182879">
                <a:moveTo>
                  <a:pt x="121920" y="0"/>
                </a:moveTo>
                <a:lnTo>
                  <a:pt x="60960" y="0"/>
                </a:lnTo>
                <a:lnTo>
                  <a:pt x="60960" y="336803"/>
                </a:lnTo>
                <a:lnTo>
                  <a:pt x="121920" y="336803"/>
                </a:lnTo>
                <a:lnTo>
                  <a:pt x="121920" y="0"/>
                </a:lnTo>
                <a:close/>
              </a:path>
              <a:path extrusionOk="0" h="489585" w="182879">
                <a:moveTo>
                  <a:pt x="182880" y="306323"/>
                </a:moveTo>
                <a:lnTo>
                  <a:pt x="121920" y="306323"/>
                </a:lnTo>
                <a:lnTo>
                  <a:pt x="121920" y="336803"/>
                </a:lnTo>
                <a:lnTo>
                  <a:pt x="167638" y="336803"/>
                </a:lnTo>
                <a:lnTo>
                  <a:pt x="182880" y="3063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59"/>
          <p:cNvSpPr/>
          <p:nvPr/>
        </p:nvSpPr>
        <p:spPr>
          <a:xfrm>
            <a:off x="7146290" y="5683163"/>
            <a:ext cx="990600" cy="990600"/>
          </a:xfrm>
          <a:custGeom>
            <a:rect b="b" l="l" r="r" t="t"/>
            <a:pathLst>
              <a:path extrusionOk="0" h="990600" w="990600">
                <a:moveTo>
                  <a:pt x="0" y="495300"/>
                </a:moveTo>
                <a:lnTo>
                  <a:pt x="2267" y="447599"/>
                </a:lnTo>
                <a:lnTo>
                  <a:pt x="8930" y="401181"/>
                </a:lnTo>
                <a:lnTo>
                  <a:pt x="19782" y="356254"/>
                </a:lnTo>
                <a:lnTo>
                  <a:pt x="34615" y="313025"/>
                </a:lnTo>
                <a:lnTo>
                  <a:pt x="53222" y="271701"/>
                </a:lnTo>
                <a:lnTo>
                  <a:pt x="75394" y="232490"/>
                </a:lnTo>
                <a:lnTo>
                  <a:pt x="100925" y="195600"/>
                </a:lnTo>
                <a:lnTo>
                  <a:pt x="129607" y="161238"/>
                </a:lnTo>
                <a:lnTo>
                  <a:pt x="161233" y="129612"/>
                </a:lnTo>
                <a:lnTo>
                  <a:pt x="195594" y="100929"/>
                </a:lnTo>
                <a:lnTo>
                  <a:pt x="232484" y="75397"/>
                </a:lnTo>
                <a:lnTo>
                  <a:pt x="271695" y="53224"/>
                </a:lnTo>
                <a:lnTo>
                  <a:pt x="313019" y="34617"/>
                </a:lnTo>
                <a:lnTo>
                  <a:pt x="356249" y="19783"/>
                </a:lnTo>
                <a:lnTo>
                  <a:pt x="401178" y="8931"/>
                </a:lnTo>
                <a:lnTo>
                  <a:pt x="447597" y="2267"/>
                </a:lnTo>
                <a:lnTo>
                  <a:pt x="495300" y="0"/>
                </a:lnTo>
                <a:lnTo>
                  <a:pt x="543002" y="2267"/>
                </a:lnTo>
                <a:lnTo>
                  <a:pt x="589421" y="8931"/>
                </a:lnTo>
                <a:lnTo>
                  <a:pt x="634350" y="19783"/>
                </a:lnTo>
                <a:lnTo>
                  <a:pt x="677580" y="34617"/>
                </a:lnTo>
                <a:lnTo>
                  <a:pt x="718904" y="53224"/>
                </a:lnTo>
                <a:lnTo>
                  <a:pt x="758115" y="75397"/>
                </a:lnTo>
                <a:lnTo>
                  <a:pt x="795005" y="100929"/>
                </a:lnTo>
                <a:lnTo>
                  <a:pt x="829366" y="129612"/>
                </a:lnTo>
                <a:lnTo>
                  <a:pt x="860992" y="161238"/>
                </a:lnTo>
                <a:lnTo>
                  <a:pt x="889674" y="195600"/>
                </a:lnTo>
                <a:lnTo>
                  <a:pt x="915205" y="232490"/>
                </a:lnTo>
                <a:lnTo>
                  <a:pt x="937377" y="271701"/>
                </a:lnTo>
                <a:lnTo>
                  <a:pt x="955984" y="313025"/>
                </a:lnTo>
                <a:lnTo>
                  <a:pt x="970817" y="356254"/>
                </a:lnTo>
                <a:lnTo>
                  <a:pt x="981669" y="401181"/>
                </a:lnTo>
                <a:lnTo>
                  <a:pt x="988332" y="447599"/>
                </a:lnTo>
                <a:lnTo>
                  <a:pt x="990600" y="495300"/>
                </a:lnTo>
                <a:lnTo>
                  <a:pt x="988332" y="543000"/>
                </a:lnTo>
                <a:lnTo>
                  <a:pt x="981669" y="589418"/>
                </a:lnTo>
                <a:lnTo>
                  <a:pt x="970817" y="634345"/>
                </a:lnTo>
                <a:lnTo>
                  <a:pt x="955984" y="677574"/>
                </a:lnTo>
                <a:lnTo>
                  <a:pt x="937377" y="718898"/>
                </a:lnTo>
                <a:lnTo>
                  <a:pt x="915205" y="758109"/>
                </a:lnTo>
                <a:lnTo>
                  <a:pt x="889674" y="794999"/>
                </a:lnTo>
                <a:lnTo>
                  <a:pt x="860992" y="829361"/>
                </a:lnTo>
                <a:lnTo>
                  <a:pt x="829366" y="860987"/>
                </a:lnTo>
                <a:lnTo>
                  <a:pt x="795005" y="889670"/>
                </a:lnTo>
                <a:lnTo>
                  <a:pt x="758115" y="915202"/>
                </a:lnTo>
                <a:lnTo>
                  <a:pt x="718904" y="937375"/>
                </a:lnTo>
                <a:lnTo>
                  <a:pt x="677580" y="955982"/>
                </a:lnTo>
                <a:lnTo>
                  <a:pt x="634350" y="970816"/>
                </a:lnTo>
                <a:lnTo>
                  <a:pt x="589421" y="981668"/>
                </a:lnTo>
                <a:lnTo>
                  <a:pt x="543002" y="988332"/>
                </a:lnTo>
                <a:lnTo>
                  <a:pt x="495300" y="990600"/>
                </a:lnTo>
                <a:lnTo>
                  <a:pt x="447597" y="988332"/>
                </a:lnTo>
                <a:lnTo>
                  <a:pt x="401178" y="981668"/>
                </a:lnTo>
                <a:lnTo>
                  <a:pt x="356249" y="970816"/>
                </a:lnTo>
                <a:lnTo>
                  <a:pt x="313019" y="955982"/>
                </a:lnTo>
                <a:lnTo>
                  <a:pt x="271695" y="937375"/>
                </a:lnTo>
                <a:lnTo>
                  <a:pt x="232484" y="915202"/>
                </a:lnTo>
                <a:lnTo>
                  <a:pt x="195594" y="889670"/>
                </a:lnTo>
                <a:lnTo>
                  <a:pt x="161233" y="860987"/>
                </a:lnTo>
                <a:lnTo>
                  <a:pt x="129607" y="829361"/>
                </a:lnTo>
                <a:lnTo>
                  <a:pt x="100925" y="794999"/>
                </a:lnTo>
                <a:lnTo>
                  <a:pt x="75394" y="758109"/>
                </a:lnTo>
                <a:lnTo>
                  <a:pt x="53222" y="718898"/>
                </a:lnTo>
                <a:lnTo>
                  <a:pt x="34615" y="677574"/>
                </a:lnTo>
                <a:lnTo>
                  <a:pt x="19782" y="634345"/>
                </a:lnTo>
                <a:lnTo>
                  <a:pt x="8930" y="589418"/>
                </a:lnTo>
                <a:lnTo>
                  <a:pt x="2267" y="543000"/>
                </a:lnTo>
                <a:lnTo>
                  <a:pt x="0" y="495300"/>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59"/>
          <p:cNvSpPr txBox="1"/>
          <p:nvPr/>
        </p:nvSpPr>
        <p:spPr>
          <a:xfrm>
            <a:off x="7416800" y="5885849"/>
            <a:ext cx="407670" cy="31559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000">
                <a:solidFill>
                  <a:schemeClr val="dk1"/>
                </a:solidFill>
                <a:latin typeface="Arial"/>
                <a:ea typeface="Arial"/>
                <a:cs typeface="Arial"/>
                <a:sym typeface="Arial"/>
              </a:rPr>
              <a:t>ON</a:t>
            </a:r>
            <a:endParaRPr sz="2000">
              <a:solidFill>
                <a:schemeClr val="dk1"/>
              </a:solidFill>
              <a:latin typeface="Arial"/>
              <a:ea typeface="Arial"/>
              <a:cs typeface="Arial"/>
              <a:sym typeface="Arial"/>
            </a:endParaRPr>
          </a:p>
        </p:txBody>
      </p:sp>
      <p:sp>
        <p:nvSpPr>
          <p:cNvPr id="555" name="Google Shape;555;p59"/>
          <p:cNvSpPr txBox="1"/>
          <p:nvPr/>
        </p:nvSpPr>
        <p:spPr>
          <a:xfrm>
            <a:off x="5749544" y="4408170"/>
            <a:ext cx="693420" cy="34544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200">
                <a:solidFill>
                  <a:schemeClr val="dk1"/>
                </a:solidFill>
                <a:latin typeface="Arial"/>
                <a:ea typeface="Arial"/>
                <a:cs typeface="Arial"/>
                <a:sym typeface="Arial"/>
              </a:rPr>
              <a:t>Fault</a:t>
            </a:r>
            <a:endParaRPr sz="2200">
              <a:solidFill>
                <a:schemeClr val="dk1"/>
              </a:solidFill>
              <a:latin typeface="Arial"/>
              <a:ea typeface="Arial"/>
              <a:cs typeface="Arial"/>
              <a:sym typeface="Arial"/>
            </a:endParaRPr>
          </a:p>
        </p:txBody>
      </p:sp>
      <p:sp>
        <p:nvSpPr>
          <p:cNvPr id="556" name="Google Shape;556;p59"/>
          <p:cNvSpPr/>
          <p:nvPr/>
        </p:nvSpPr>
        <p:spPr>
          <a:xfrm>
            <a:off x="6096000" y="3317494"/>
            <a:ext cx="1050290" cy="1052195"/>
          </a:xfrm>
          <a:custGeom>
            <a:rect b="b" l="l" r="r" t="t"/>
            <a:pathLst>
              <a:path extrusionOk="0" h="1052195" w="1050290">
                <a:moveTo>
                  <a:pt x="1007109" y="0"/>
                </a:moveTo>
                <a:lnTo>
                  <a:pt x="964056" y="43179"/>
                </a:lnTo>
                <a:lnTo>
                  <a:pt x="1007236" y="86232"/>
                </a:lnTo>
                <a:lnTo>
                  <a:pt x="1050290" y="43179"/>
                </a:lnTo>
                <a:lnTo>
                  <a:pt x="1007109" y="0"/>
                </a:lnTo>
                <a:close/>
              </a:path>
              <a:path extrusionOk="0" h="1052195" w="1050290">
                <a:moveTo>
                  <a:pt x="834898" y="172592"/>
                </a:moveTo>
                <a:lnTo>
                  <a:pt x="791718" y="215772"/>
                </a:lnTo>
                <a:lnTo>
                  <a:pt x="834898" y="258825"/>
                </a:lnTo>
                <a:lnTo>
                  <a:pt x="877951" y="215645"/>
                </a:lnTo>
                <a:lnTo>
                  <a:pt x="834898" y="172592"/>
                </a:lnTo>
                <a:close/>
              </a:path>
              <a:path extrusionOk="0" h="1052195" w="1050290">
                <a:moveTo>
                  <a:pt x="921003" y="86359"/>
                </a:moveTo>
                <a:lnTo>
                  <a:pt x="877951" y="129412"/>
                </a:lnTo>
                <a:lnTo>
                  <a:pt x="921003" y="172592"/>
                </a:lnTo>
                <a:lnTo>
                  <a:pt x="964183" y="129412"/>
                </a:lnTo>
                <a:lnTo>
                  <a:pt x="921003" y="86359"/>
                </a:lnTo>
                <a:close/>
              </a:path>
              <a:path extrusionOk="0" h="1052195" w="1050290">
                <a:moveTo>
                  <a:pt x="748665" y="258952"/>
                </a:moveTo>
                <a:lnTo>
                  <a:pt x="705611" y="302005"/>
                </a:lnTo>
                <a:lnTo>
                  <a:pt x="748792" y="345058"/>
                </a:lnTo>
                <a:lnTo>
                  <a:pt x="791845" y="302005"/>
                </a:lnTo>
                <a:lnTo>
                  <a:pt x="748665" y="258952"/>
                </a:lnTo>
                <a:close/>
              </a:path>
              <a:path extrusionOk="0" h="1052195" w="1050290">
                <a:moveTo>
                  <a:pt x="576452" y="431418"/>
                </a:moveTo>
                <a:lnTo>
                  <a:pt x="533400" y="474598"/>
                </a:lnTo>
                <a:lnTo>
                  <a:pt x="576452" y="517651"/>
                </a:lnTo>
                <a:lnTo>
                  <a:pt x="619505" y="474471"/>
                </a:lnTo>
                <a:lnTo>
                  <a:pt x="576452" y="431418"/>
                </a:lnTo>
                <a:close/>
              </a:path>
              <a:path extrusionOk="0" h="1052195" w="1050290">
                <a:moveTo>
                  <a:pt x="662558" y="345185"/>
                </a:moveTo>
                <a:lnTo>
                  <a:pt x="619505" y="388365"/>
                </a:lnTo>
                <a:lnTo>
                  <a:pt x="662685" y="431418"/>
                </a:lnTo>
                <a:lnTo>
                  <a:pt x="705739" y="388238"/>
                </a:lnTo>
                <a:lnTo>
                  <a:pt x="662558" y="345185"/>
                </a:lnTo>
                <a:close/>
              </a:path>
              <a:path extrusionOk="0" h="1052195" w="1050290">
                <a:moveTo>
                  <a:pt x="490347" y="517778"/>
                </a:moveTo>
                <a:lnTo>
                  <a:pt x="447167" y="560831"/>
                </a:lnTo>
                <a:lnTo>
                  <a:pt x="490347" y="603884"/>
                </a:lnTo>
                <a:lnTo>
                  <a:pt x="533400" y="560831"/>
                </a:lnTo>
                <a:lnTo>
                  <a:pt x="490347" y="517778"/>
                </a:lnTo>
                <a:close/>
              </a:path>
              <a:path extrusionOk="0" h="1052195" w="1050290">
                <a:moveTo>
                  <a:pt x="318008" y="690244"/>
                </a:moveTo>
                <a:lnTo>
                  <a:pt x="274954" y="733424"/>
                </a:lnTo>
                <a:lnTo>
                  <a:pt x="318135" y="776477"/>
                </a:lnTo>
                <a:lnTo>
                  <a:pt x="361188" y="733424"/>
                </a:lnTo>
                <a:lnTo>
                  <a:pt x="318008" y="690244"/>
                </a:lnTo>
                <a:close/>
              </a:path>
              <a:path extrusionOk="0" h="1052195" w="1050290">
                <a:moveTo>
                  <a:pt x="404113" y="604011"/>
                </a:moveTo>
                <a:lnTo>
                  <a:pt x="361061" y="647191"/>
                </a:lnTo>
                <a:lnTo>
                  <a:pt x="404240" y="690244"/>
                </a:lnTo>
                <a:lnTo>
                  <a:pt x="447294" y="647064"/>
                </a:lnTo>
                <a:lnTo>
                  <a:pt x="404113" y="604011"/>
                </a:lnTo>
                <a:close/>
              </a:path>
              <a:path extrusionOk="0" h="1052195" w="1050290">
                <a:moveTo>
                  <a:pt x="64515" y="857884"/>
                </a:moveTo>
                <a:lnTo>
                  <a:pt x="0" y="1051940"/>
                </a:lnTo>
                <a:lnTo>
                  <a:pt x="193928" y="987170"/>
                </a:lnTo>
                <a:lnTo>
                  <a:pt x="155791" y="949070"/>
                </a:lnTo>
                <a:lnTo>
                  <a:pt x="145796" y="949070"/>
                </a:lnTo>
                <a:lnTo>
                  <a:pt x="102615" y="906017"/>
                </a:lnTo>
                <a:lnTo>
                  <a:pt x="107646" y="900972"/>
                </a:lnTo>
                <a:lnTo>
                  <a:pt x="64515" y="857884"/>
                </a:lnTo>
                <a:close/>
              </a:path>
              <a:path extrusionOk="0" h="1052195" w="1050290">
                <a:moveTo>
                  <a:pt x="107646" y="900972"/>
                </a:moveTo>
                <a:lnTo>
                  <a:pt x="102615" y="906017"/>
                </a:lnTo>
                <a:lnTo>
                  <a:pt x="145796" y="949070"/>
                </a:lnTo>
                <a:lnTo>
                  <a:pt x="150783" y="944068"/>
                </a:lnTo>
                <a:lnTo>
                  <a:pt x="107646" y="900972"/>
                </a:lnTo>
                <a:close/>
              </a:path>
              <a:path extrusionOk="0" h="1052195" w="1050290">
                <a:moveTo>
                  <a:pt x="150783" y="944068"/>
                </a:moveTo>
                <a:lnTo>
                  <a:pt x="145796" y="949070"/>
                </a:lnTo>
                <a:lnTo>
                  <a:pt x="155791" y="949070"/>
                </a:lnTo>
                <a:lnTo>
                  <a:pt x="150783" y="944068"/>
                </a:lnTo>
                <a:close/>
              </a:path>
              <a:path extrusionOk="0" h="1052195" w="1050290">
                <a:moveTo>
                  <a:pt x="145669" y="862837"/>
                </a:moveTo>
                <a:lnTo>
                  <a:pt x="107646" y="900972"/>
                </a:lnTo>
                <a:lnTo>
                  <a:pt x="150783" y="944068"/>
                </a:lnTo>
                <a:lnTo>
                  <a:pt x="188849" y="905890"/>
                </a:lnTo>
                <a:lnTo>
                  <a:pt x="145669" y="862837"/>
                </a:lnTo>
                <a:close/>
              </a:path>
              <a:path extrusionOk="0" h="1052195" w="1050290">
                <a:moveTo>
                  <a:pt x="231901" y="776604"/>
                </a:moveTo>
                <a:lnTo>
                  <a:pt x="188849" y="819657"/>
                </a:lnTo>
                <a:lnTo>
                  <a:pt x="231901" y="862837"/>
                </a:lnTo>
                <a:lnTo>
                  <a:pt x="274954" y="819657"/>
                </a:lnTo>
                <a:lnTo>
                  <a:pt x="231901" y="77660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59"/>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
        <p:nvSpPr>
          <p:cNvPr id="558" name="Google Shape;558;p59"/>
          <p:cNvSpPr/>
          <p:nvPr/>
        </p:nvSpPr>
        <p:spPr>
          <a:xfrm>
            <a:off x="990600" y="6248400"/>
            <a:ext cx="7010400" cy="2206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9" name="Google Shape;559;p59"/>
          <p:cNvSpPr/>
          <p:nvPr/>
        </p:nvSpPr>
        <p:spPr>
          <a:xfrm>
            <a:off x="8305800" y="6096000"/>
            <a:ext cx="838200" cy="76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0"/>
          <p:cNvSpPr txBox="1"/>
          <p:nvPr>
            <p:ph type="title"/>
          </p:nvPr>
        </p:nvSpPr>
        <p:spPr>
          <a:xfrm>
            <a:off x="0" y="0"/>
            <a:ext cx="9144000" cy="615553"/>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State-Transition Testing </a:t>
            </a:r>
            <a:r>
              <a:rPr lang="en-US">
                <a:latin typeface="Arial"/>
                <a:ea typeface="Arial"/>
                <a:cs typeface="Arial"/>
                <a:sym typeface="Arial"/>
              </a:rPr>
              <a:t>– </a:t>
            </a:r>
            <a:r>
              <a:rPr lang="en-US"/>
              <a:t>Example</a:t>
            </a:r>
            <a:endParaRPr/>
          </a:p>
        </p:txBody>
      </p:sp>
      <p:graphicFrame>
        <p:nvGraphicFramePr>
          <p:cNvPr id="565" name="Google Shape;565;p60"/>
          <p:cNvGraphicFramePr/>
          <p:nvPr/>
        </p:nvGraphicFramePr>
        <p:xfrm>
          <a:off x="527050" y="4083050"/>
          <a:ext cx="3000000" cy="3000000"/>
        </p:xfrm>
        <a:graphic>
          <a:graphicData uri="http://schemas.openxmlformats.org/drawingml/2006/table">
            <a:tbl>
              <a:tblPr bandRow="1" firstRow="1">
                <a:noFill/>
                <a:tableStyleId>{088D9E38-63AB-4F39-8222-83D01DE5195E}</a:tableStyleId>
              </a:tblPr>
              <a:tblGrid>
                <a:gridCol w="2082300"/>
                <a:gridCol w="1859275"/>
                <a:gridCol w="2000500"/>
                <a:gridCol w="1859275"/>
              </a:tblGrid>
              <a:tr h="370850">
                <a:tc>
                  <a:txBody>
                    <a:bodyPr/>
                    <a:lstStyle/>
                    <a:p>
                      <a:pPr indent="0" lvl="0" marL="0" marR="0" rtl="0" algn="l">
                        <a:spcBef>
                          <a:spcPts val="0"/>
                        </a:spcBef>
                        <a:spcAft>
                          <a:spcPts val="0"/>
                        </a:spcAft>
                        <a:buNone/>
                      </a:pPr>
                      <a:r>
                        <a:t/>
                      </a:r>
                      <a:endParaRPr sz="1800"/>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c>
                  <a:txBody>
                    <a:bodyPr/>
                    <a:lstStyle/>
                    <a:p>
                      <a:pPr indent="0" lvl="0" marL="85090" marR="0" rtl="0" algn="l">
                        <a:lnSpc>
                          <a:spcPct val="100000"/>
                        </a:lnSpc>
                        <a:spcBef>
                          <a:spcPts val="0"/>
                        </a:spcBef>
                        <a:spcAft>
                          <a:spcPts val="0"/>
                        </a:spcAft>
                        <a:buNone/>
                      </a:pPr>
                      <a:r>
                        <a:rPr b="1" lang="en-US" sz="1800">
                          <a:solidFill>
                            <a:srgbClr val="FFFFFF"/>
                          </a:solidFill>
                          <a:latin typeface="Arial"/>
                          <a:ea typeface="Arial"/>
                          <a:cs typeface="Arial"/>
                          <a:sym typeface="Arial"/>
                        </a:rPr>
                        <a:t>Step 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c>
                  <a:txBody>
                    <a:bodyPr/>
                    <a:lstStyle/>
                    <a:p>
                      <a:pPr indent="0" lvl="0" marL="85725" marR="0" rtl="0" algn="l">
                        <a:lnSpc>
                          <a:spcPct val="100000"/>
                        </a:lnSpc>
                        <a:spcBef>
                          <a:spcPts val="0"/>
                        </a:spcBef>
                        <a:spcAft>
                          <a:spcPts val="0"/>
                        </a:spcAft>
                        <a:buNone/>
                      </a:pPr>
                      <a:r>
                        <a:rPr b="1" lang="en-US" sz="1800">
                          <a:solidFill>
                            <a:srgbClr val="FFFFFF"/>
                          </a:solidFill>
                          <a:latin typeface="Arial"/>
                          <a:ea typeface="Arial"/>
                          <a:cs typeface="Arial"/>
                          <a:sym typeface="Arial"/>
                        </a:rPr>
                        <a:t>Step 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c>
                  <a:txBody>
                    <a:bodyPr/>
                    <a:lstStyle/>
                    <a:p>
                      <a:pPr indent="0" lvl="0" marL="85725" marR="0" rtl="0" algn="l">
                        <a:lnSpc>
                          <a:spcPct val="100000"/>
                        </a:lnSpc>
                        <a:spcBef>
                          <a:spcPts val="0"/>
                        </a:spcBef>
                        <a:spcAft>
                          <a:spcPts val="0"/>
                        </a:spcAft>
                        <a:buNone/>
                      </a:pPr>
                      <a:r>
                        <a:rPr b="1" lang="en-US" sz="1800">
                          <a:solidFill>
                            <a:srgbClr val="FFFFFF"/>
                          </a:solidFill>
                          <a:latin typeface="Arial"/>
                          <a:ea typeface="Arial"/>
                          <a:cs typeface="Arial"/>
                          <a:sym typeface="Arial"/>
                        </a:rPr>
                        <a:t>Step 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r>
              <a:tr h="370850">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START STATE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OFF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ON</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OFF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r>
              <a:tr h="370850">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INPUT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Switch ON</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Switch OFF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Switch ON</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r>
              <a:tr h="370850">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OUTPUT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Light ON</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Light OFF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Light ON</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r>
              <a:tr h="370850">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FINISH STATE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ON</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OFF</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ON</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r>
            </a:tbl>
          </a:graphicData>
        </a:graphic>
      </p:graphicFrame>
      <p:sp>
        <p:nvSpPr>
          <p:cNvPr id="566" name="Google Shape;566;p60"/>
          <p:cNvSpPr/>
          <p:nvPr/>
        </p:nvSpPr>
        <p:spPr>
          <a:xfrm>
            <a:off x="3103626" y="1143761"/>
            <a:ext cx="1049020" cy="841375"/>
          </a:xfrm>
          <a:custGeom>
            <a:rect b="b" l="l" r="r" t="t"/>
            <a:pathLst>
              <a:path extrusionOk="0" h="841375" w="1049020">
                <a:moveTo>
                  <a:pt x="0" y="420624"/>
                </a:moveTo>
                <a:lnTo>
                  <a:pt x="2706" y="377621"/>
                </a:lnTo>
                <a:lnTo>
                  <a:pt x="10650" y="335859"/>
                </a:lnTo>
                <a:lnTo>
                  <a:pt x="23567" y="295551"/>
                </a:lnTo>
                <a:lnTo>
                  <a:pt x="41195" y="256907"/>
                </a:lnTo>
                <a:lnTo>
                  <a:pt x="63270" y="220139"/>
                </a:lnTo>
                <a:lnTo>
                  <a:pt x="89529" y="185458"/>
                </a:lnTo>
                <a:lnTo>
                  <a:pt x="119707" y="153076"/>
                </a:lnTo>
                <a:lnTo>
                  <a:pt x="153542" y="123205"/>
                </a:lnTo>
                <a:lnTo>
                  <a:pt x="190771" y="96056"/>
                </a:lnTo>
                <a:lnTo>
                  <a:pt x="231130" y="71841"/>
                </a:lnTo>
                <a:lnTo>
                  <a:pt x="274354" y="50771"/>
                </a:lnTo>
                <a:lnTo>
                  <a:pt x="320182" y="33057"/>
                </a:lnTo>
                <a:lnTo>
                  <a:pt x="368350" y="18912"/>
                </a:lnTo>
                <a:lnTo>
                  <a:pt x="418593" y="8546"/>
                </a:lnTo>
                <a:lnTo>
                  <a:pt x="470650" y="2171"/>
                </a:lnTo>
                <a:lnTo>
                  <a:pt x="524256" y="0"/>
                </a:lnTo>
                <a:lnTo>
                  <a:pt x="577861" y="2171"/>
                </a:lnTo>
                <a:lnTo>
                  <a:pt x="629918" y="8546"/>
                </a:lnTo>
                <a:lnTo>
                  <a:pt x="680161" y="18912"/>
                </a:lnTo>
                <a:lnTo>
                  <a:pt x="728329" y="33057"/>
                </a:lnTo>
                <a:lnTo>
                  <a:pt x="774157" y="50771"/>
                </a:lnTo>
                <a:lnTo>
                  <a:pt x="817381" y="71841"/>
                </a:lnTo>
                <a:lnTo>
                  <a:pt x="857740" y="96056"/>
                </a:lnTo>
                <a:lnTo>
                  <a:pt x="894968" y="123205"/>
                </a:lnTo>
                <a:lnTo>
                  <a:pt x="928804" y="153076"/>
                </a:lnTo>
                <a:lnTo>
                  <a:pt x="958982" y="185458"/>
                </a:lnTo>
                <a:lnTo>
                  <a:pt x="985241" y="220139"/>
                </a:lnTo>
                <a:lnTo>
                  <a:pt x="1007316" y="256907"/>
                </a:lnTo>
                <a:lnTo>
                  <a:pt x="1024944" y="295551"/>
                </a:lnTo>
                <a:lnTo>
                  <a:pt x="1037861" y="335859"/>
                </a:lnTo>
                <a:lnTo>
                  <a:pt x="1045805" y="377621"/>
                </a:lnTo>
                <a:lnTo>
                  <a:pt x="1048512" y="420624"/>
                </a:lnTo>
                <a:lnTo>
                  <a:pt x="1045805" y="463626"/>
                </a:lnTo>
                <a:lnTo>
                  <a:pt x="1037861" y="505388"/>
                </a:lnTo>
                <a:lnTo>
                  <a:pt x="1024944" y="545696"/>
                </a:lnTo>
                <a:lnTo>
                  <a:pt x="1007316" y="584340"/>
                </a:lnTo>
                <a:lnTo>
                  <a:pt x="985241" y="621108"/>
                </a:lnTo>
                <a:lnTo>
                  <a:pt x="958982" y="655789"/>
                </a:lnTo>
                <a:lnTo>
                  <a:pt x="928804" y="688171"/>
                </a:lnTo>
                <a:lnTo>
                  <a:pt x="894969" y="718042"/>
                </a:lnTo>
                <a:lnTo>
                  <a:pt x="857740" y="745191"/>
                </a:lnTo>
                <a:lnTo>
                  <a:pt x="817381" y="769406"/>
                </a:lnTo>
                <a:lnTo>
                  <a:pt x="774157" y="790476"/>
                </a:lnTo>
                <a:lnTo>
                  <a:pt x="728329" y="808190"/>
                </a:lnTo>
                <a:lnTo>
                  <a:pt x="680161" y="822335"/>
                </a:lnTo>
                <a:lnTo>
                  <a:pt x="629918" y="832701"/>
                </a:lnTo>
                <a:lnTo>
                  <a:pt x="577861" y="839076"/>
                </a:lnTo>
                <a:lnTo>
                  <a:pt x="524256" y="841248"/>
                </a:lnTo>
                <a:lnTo>
                  <a:pt x="470650" y="839076"/>
                </a:lnTo>
                <a:lnTo>
                  <a:pt x="418593" y="832701"/>
                </a:lnTo>
                <a:lnTo>
                  <a:pt x="368350" y="822335"/>
                </a:lnTo>
                <a:lnTo>
                  <a:pt x="320182" y="808190"/>
                </a:lnTo>
                <a:lnTo>
                  <a:pt x="274354" y="790476"/>
                </a:lnTo>
                <a:lnTo>
                  <a:pt x="231130" y="769406"/>
                </a:lnTo>
                <a:lnTo>
                  <a:pt x="190771" y="745191"/>
                </a:lnTo>
                <a:lnTo>
                  <a:pt x="153543" y="718042"/>
                </a:lnTo>
                <a:lnTo>
                  <a:pt x="119707" y="688171"/>
                </a:lnTo>
                <a:lnTo>
                  <a:pt x="89529" y="655789"/>
                </a:lnTo>
                <a:lnTo>
                  <a:pt x="63270" y="621108"/>
                </a:lnTo>
                <a:lnTo>
                  <a:pt x="41195" y="584340"/>
                </a:lnTo>
                <a:lnTo>
                  <a:pt x="23567" y="545696"/>
                </a:lnTo>
                <a:lnTo>
                  <a:pt x="10650" y="505388"/>
                </a:lnTo>
                <a:lnTo>
                  <a:pt x="2706" y="463626"/>
                </a:lnTo>
                <a:lnTo>
                  <a:pt x="0" y="420624"/>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60"/>
          <p:cNvSpPr txBox="1"/>
          <p:nvPr/>
        </p:nvSpPr>
        <p:spPr>
          <a:xfrm>
            <a:off x="3412997" y="1436878"/>
            <a:ext cx="430530" cy="25463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600">
                <a:solidFill>
                  <a:schemeClr val="dk1"/>
                </a:solidFill>
                <a:latin typeface="Arial"/>
                <a:ea typeface="Arial"/>
                <a:cs typeface="Arial"/>
                <a:sym typeface="Arial"/>
              </a:rPr>
              <a:t>OFF</a:t>
            </a:r>
            <a:endParaRPr sz="1600">
              <a:solidFill>
                <a:schemeClr val="dk1"/>
              </a:solidFill>
              <a:latin typeface="Arial"/>
              <a:ea typeface="Arial"/>
              <a:cs typeface="Arial"/>
              <a:sym typeface="Arial"/>
            </a:endParaRPr>
          </a:p>
        </p:txBody>
      </p:sp>
      <p:sp>
        <p:nvSpPr>
          <p:cNvPr id="568" name="Google Shape;568;p60"/>
          <p:cNvSpPr/>
          <p:nvPr/>
        </p:nvSpPr>
        <p:spPr>
          <a:xfrm>
            <a:off x="3103626" y="3045714"/>
            <a:ext cx="1049020" cy="841375"/>
          </a:xfrm>
          <a:custGeom>
            <a:rect b="b" l="l" r="r" t="t"/>
            <a:pathLst>
              <a:path extrusionOk="0" h="841375" w="1049020">
                <a:moveTo>
                  <a:pt x="0" y="420624"/>
                </a:moveTo>
                <a:lnTo>
                  <a:pt x="2706" y="377621"/>
                </a:lnTo>
                <a:lnTo>
                  <a:pt x="10650" y="335859"/>
                </a:lnTo>
                <a:lnTo>
                  <a:pt x="23567" y="295551"/>
                </a:lnTo>
                <a:lnTo>
                  <a:pt x="41195" y="256907"/>
                </a:lnTo>
                <a:lnTo>
                  <a:pt x="63270" y="220139"/>
                </a:lnTo>
                <a:lnTo>
                  <a:pt x="89529" y="185458"/>
                </a:lnTo>
                <a:lnTo>
                  <a:pt x="119707" y="153076"/>
                </a:lnTo>
                <a:lnTo>
                  <a:pt x="153542" y="123205"/>
                </a:lnTo>
                <a:lnTo>
                  <a:pt x="190771" y="96056"/>
                </a:lnTo>
                <a:lnTo>
                  <a:pt x="231130" y="71841"/>
                </a:lnTo>
                <a:lnTo>
                  <a:pt x="274354" y="50771"/>
                </a:lnTo>
                <a:lnTo>
                  <a:pt x="320182" y="33057"/>
                </a:lnTo>
                <a:lnTo>
                  <a:pt x="368350" y="18912"/>
                </a:lnTo>
                <a:lnTo>
                  <a:pt x="418593" y="8546"/>
                </a:lnTo>
                <a:lnTo>
                  <a:pt x="470650" y="2171"/>
                </a:lnTo>
                <a:lnTo>
                  <a:pt x="524256" y="0"/>
                </a:lnTo>
                <a:lnTo>
                  <a:pt x="577861" y="2171"/>
                </a:lnTo>
                <a:lnTo>
                  <a:pt x="629918" y="8546"/>
                </a:lnTo>
                <a:lnTo>
                  <a:pt x="680161" y="18912"/>
                </a:lnTo>
                <a:lnTo>
                  <a:pt x="728329" y="33057"/>
                </a:lnTo>
                <a:lnTo>
                  <a:pt x="774157" y="50771"/>
                </a:lnTo>
                <a:lnTo>
                  <a:pt x="817381" y="71841"/>
                </a:lnTo>
                <a:lnTo>
                  <a:pt x="857740" y="96056"/>
                </a:lnTo>
                <a:lnTo>
                  <a:pt x="894968" y="123205"/>
                </a:lnTo>
                <a:lnTo>
                  <a:pt x="928804" y="153076"/>
                </a:lnTo>
                <a:lnTo>
                  <a:pt x="958982" y="185458"/>
                </a:lnTo>
                <a:lnTo>
                  <a:pt x="985241" y="220139"/>
                </a:lnTo>
                <a:lnTo>
                  <a:pt x="1007316" y="256907"/>
                </a:lnTo>
                <a:lnTo>
                  <a:pt x="1024944" y="295551"/>
                </a:lnTo>
                <a:lnTo>
                  <a:pt x="1037861" y="335859"/>
                </a:lnTo>
                <a:lnTo>
                  <a:pt x="1045805" y="377621"/>
                </a:lnTo>
                <a:lnTo>
                  <a:pt x="1048512" y="420624"/>
                </a:lnTo>
                <a:lnTo>
                  <a:pt x="1045805" y="463626"/>
                </a:lnTo>
                <a:lnTo>
                  <a:pt x="1037861" y="505388"/>
                </a:lnTo>
                <a:lnTo>
                  <a:pt x="1024944" y="545696"/>
                </a:lnTo>
                <a:lnTo>
                  <a:pt x="1007316" y="584340"/>
                </a:lnTo>
                <a:lnTo>
                  <a:pt x="985241" y="621108"/>
                </a:lnTo>
                <a:lnTo>
                  <a:pt x="958982" y="655789"/>
                </a:lnTo>
                <a:lnTo>
                  <a:pt x="928804" y="688171"/>
                </a:lnTo>
                <a:lnTo>
                  <a:pt x="894969" y="718042"/>
                </a:lnTo>
                <a:lnTo>
                  <a:pt x="857740" y="745191"/>
                </a:lnTo>
                <a:lnTo>
                  <a:pt x="817381" y="769406"/>
                </a:lnTo>
                <a:lnTo>
                  <a:pt x="774157" y="790476"/>
                </a:lnTo>
                <a:lnTo>
                  <a:pt x="728329" y="808190"/>
                </a:lnTo>
                <a:lnTo>
                  <a:pt x="680161" y="822335"/>
                </a:lnTo>
                <a:lnTo>
                  <a:pt x="629918" y="832701"/>
                </a:lnTo>
                <a:lnTo>
                  <a:pt x="577861" y="839076"/>
                </a:lnTo>
                <a:lnTo>
                  <a:pt x="524256" y="841248"/>
                </a:lnTo>
                <a:lnTo>
                  <a:pt x="470650" y="839076"/>
                </a:lnTo>
                <a:lnTo>
                  <a:pt x="418593" y="832701"/>
                </a:lnTo>
                <a:lnTo>
                  <a:pt x="368350" y="822335"/>
                </a:lnTo>
                <a:lnTo>
                  <a:pt x="320182" y="808190"/>
                </a:lnTo>
                <a:lnTo>
                  <a:pt x="274354" y="790476"/>
                </a:lnTo>
                <a:lnTo>
                  <a:pt x="231130" y="769406"/>
                </a:lnTo>
                <a:lnTo>
                  <a:pt x="190771" y="745191"/>
                </a:lnTo>
                <a:lnTo>
                  <a:pt x="153543" y="718042"/>
                </a:lnTo>
                <a:lnTo>
                  <a:pt x="119707" y="688171"/>
                </a:lnTo>
                <a:lnTo>
                  <a:pt x="89529" y="655789"/>
                </a:lnTo>
                <a:lnTo>
                  <a:pt x="63270" y="621108"/>
                </a:lnTo>
                <a:lnTo>
                  <a:pt x="41195" y="584340"/>
                </a:lnTo>
                <a:lnTo>
                  <a:pt x="23567" y="545696"/>
                </a:lnTo>
                <a:lnTo>
                  <a:pt x="10650" y="505388"/>
                </a:lnTo>
                <a:lnTo>
                  <a:pt x="2706" y="463626"/>
                </a:lnTo>
                <a:lnTo>
                  <a:pt x="0" y="420624"/>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60"/>
          <p:cNvSpPr txBox="1"/>
          <p:nvPr/>
        </p:nvSpPr>
        <p:spPr>
          <a:xfrm>
            <a:off x="3463290" y="3339210"/>
            <a:ext cx="328295" cy="25463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600">
                <a:solidFill>
                  <a:schemeClr val="dk1"/>
                </a:solidFill>
                <a:latin typeface="Arial"/>
                <a:ea typeface="Arial"/>
                <a:cs typeface="Arial"/>
                <a:sym typeface="Arial"/>
              </a:rPr>
              <a:t>ON</a:t>
            </a:r>
            <a:endParaRPr sz="1600">
              <a:solidFill>
                <a:schemeClr val="dk1"/>
              </a:solidFill>
              <a:latin typeface="Arial"/>
              <a:ea typeface="Arial"/>
              <a:cs typeface="Arial"/>
              <a:sym typeface="Arial"/>
            </a:endParaRPr>
          </a:p>
        </p:txBody>
      </p:sp>
      <p:sp>
        <p:nvSpPr>
          <p:cNvPr id="570" name="Google Shape;570;p60"/>
          <p:cNvSpPr/>
          <p:nvPr/>
        </p:nvSpPr>
        <p:spPr>
          <a:xfrm>
            <a:off x="5238750" y="2084070"/>
            <a:ext cx="1050290" cy="841375"/>
          </a:xfrm>
          <a:custGeom>
            <a:rect b="b" l="l" r="r" t="t"/>
            <a:pathLst>
              <a:path extrusionOk="0" h="841375" w="1050289">
                <a:moveTo>
                  <a:pt x="0" y="420624"/>
                </a:moveTo>
                <a:lnTo>
                  <a:pt x="2710" y="377621"/>
                </a:lnTo>
                <a:lnTo>
                  <a:pt x="10667" y="335859"/>
                </a:lnTo>
                <a:lnTo>
                  <a:pt x="23605" y="295551"/>
                </a:lnTo>
                <a:lnTo>
                  <a:pt x="41261" y="256907"/>
                </a:lnTo>
                <a:lnTo>
                  <a:pt x="63370" y="220139"/>
                </a:lnTo>
                <a:lnTo>
                  <a:pt x="89669" y="185458"/>
                </a:lnTo>
                <a:lnTo>
                  <a:pt x="119894" y="153076"/>
                </a:lnTo>
                <a:lnTo>
                  <a:pt x="153781" y="123205"/>
                </a:lnTo>
                <a:lnTo>
                  <a:pt x="191065" y="96056"/>
                </a:lnTo>
                <a:lnTo>
                  <a:pt x="231483" y="71841"/>
                </a:lnTo>
                <a:lnTo>
                  <a:pt x="274771" y="50771"/>
                </a:lnTo>
                <a:lnTo>
                  <a:pt x="320665" y="33057"/>
                </a:lnTo>
                <a:lnTo>
                  <a:pt x="368900" y="18912"/>
                </a:lnTo>
                <a:lnTo>
                  <a:pt x="419213" y="8546"/>
                </a:lnTo>
                <a:lnTo>
                  <a:pt x="471340" y="2171"/>
                </a:lnTo>
                <a:lnTo>
                  <a:pt x="525017" y="0"/>
                </a:lnTo>
                <a:lnTo>
                  <a:pt x="578695" y="2171"/>
                </a:lnTo>
                <a:lnTo>
                  <a:pt x="630822" y="8546"/>
                </a:lnTo>
                <a:lnTo>
                  <a:pt x="681135" y="18912"/>
                </a:lnTo>
                <a:lnTo>
                  <a:pt x="729370" y="33057"/>
                </a:lnTo>
                <a:lnTo>
                  <a:pt x="775264" y="50771"/>
                </a:lnTo>
                <a:lnTo>
                  <a:pt x="818552" y="71841"/>
                </a:lnTo>
                <a:lnTo>
                  <a:pt x="858970" y="96056"/>
                </a:lnTo>
                <a:lnTo>
                  <a:pt x="896254" y="123205"/>
                </a:lnTo>
                <a:lnTo>
                  <a:pt x="930141" y="153076"/>
                </a:lnTo>
                <a:lnTo>
                  <a:pt x="960366" y="185458"/>
                </a:lnTo>
                <a:lnTo>
                  <a:pt x="986665" y="220139"/>
                </a:lnTo>
                <a:lnTo>
                  <a:pt x="1008774" y="256907"/>
                </a:lnTo>
                <a:lnTo>
                  <a:pt x="1026430" y="295551"/>
                </a:lnTo>
                <a:lnTo>
                  <a:pt x="1039368" y="335859"/>
                </a:lnTo>
                <a:lnTo>
                  <a:pt x="1047325" y="377621"/>
                </a:lnTo>
                <a:lnTo>
                  <a:pt x="1050036" y="420624"/>
                </a:lnTo>
                <a:lnTo>
                  <a:pt x="1047325" y="463626"/>
                </a:lnTo>
                <a:lnTo>
                  <a:pt x="1039368" y="505388"/>
                </a:lnTo>
                <a:lnTo>
                  <a:pt x="1026430" y="545696"/>
                </a:lnTo>
                <a:lnTo>
                  <a:pt x="1008774" y="584340"/>
                </a:lnTo>
                <a:lnTo>
                  <a:pt x="986665" y="621108"/>
                </a:lnTo>
                <a:lnTo>
                  <a:pt x="960366" y="655789"/>
                </a:lnTo>
                <a:lnTo>
                  <a:pt x="930141" y="688171"/>
                </a:lnTo>
                <a:lnTo>
                  <a:pt x="896254" y="718042"/>
                </a:lnTo>
                <a:lnTo>
                  <a:pt x="858970" y="745191"/>
                </a:lnTo>
                <a:lnTo>
                  <a:pt x="818552" y="769406"/>
                </a:lnTo>
                <a:lnTo>
                  <a:pt x="775264" y="790476"/>
                </a:lnTo>
                <a:lnTo>
                  <a:pt x="729370" y="808190"/>
                </a:lnTo>
                <a:lnTo>
                  <a:pt x="681135" y="822335"/>
                </a:lnTo>
                <a:lnTo>
                  <a:pt x="630822" y="832701"/>
                </a:lnTo>
                <a:lnTo>
                  <a:pt x="578695" y="839076"/>
                </a:lnTo>
                <a:lnTo>
                  <a:pt x="525017" y="841247"/>
                </a:lnTo>
                <a:lnTo>
                  <a:pt x="471340" y="839076"/>
                </a:lnTo>
                <a:lnTo>
                  <a:pt x="419213" y="832701"/>
                </a:lnTo>
                <a:lnTo>
                  <a:pt x="368900" y="822335"/>
                </a:lnTo>
                <a:lnTo>
                  <a:pt x="320665" y="808190"/>
                </a:lnTo>
                <a:lnTo>
                  <a:pt x="274771" y="790476"/>
                </a:lnTo>
                <a:lnTo>
                  <a:pt x="231483" y="769406"/>
                </a:lnTo>
                <a:lnTo>
                  <a:pt x="191065" y="745191"/>
                </a:lnTo>
                <a:lnTo>
                  <a:pt x="153781" y="718042"/>
                </a:lnTo>
                <a:lnTo>
                  <a:pt x="119894" y="688171"/>
                </a:lnTo>
                <a:lnTo>
                  <a:pt x="89669" y="655789"/>
                </a:lnTo>
                <a:lnTo>
                  <a:pt x="63370" y="621108"/>
                </a:lnTo>
                <a:lnTo>
                  <a:pt x="41261" y="584340"/>
                </a:lnTo>
                <a:lnTo>
                  <a:pt x="23605" y="545696"/>
                </a:lnTo>
                <a:lnTo>
                  <a:pt x="10667" y="505388"/>
                </a:lnTo>
                <a:lnTo>
                  <a:pt x="2710" y="463626"/>
                </a:lnTo>
                <a:lnTo>
                  <a:pt x="0" y="420624"/>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60"/>
          <p:cNvSpPr txBox="1"/>
          <p:nvPr/>
        </p:nvSpPr>
        <p:spPr>
          <a:xfrm>
            <a:off x="5510021" y="2377185"/>
            <a:ext cx="509270" cy="25463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600">
                <a:solidFill>
                  <a:schemeClr val="dk1"/>
                </a:solidFill>
                <a:latin typeface="Arial"/>
                <a:ea typeface="Arial"/>
                <a:cs typeface="Arial"/>
                <a:sym typeface="Arial"/>
              </a:rPr>
              <a:t>Fault</a:t>
            </a:r>
            <a:endParaRPr sz="1600">
              <a:solidFill>
                <a:schemeClr val="dk1"/>
              </a:solidFill>
              <a:latin typeface="Arial"/>
              <a:ea typeface="Arial"/>
              <a:cs typeface="Arial"/>
              <a:sym typeface="Arial"/>
            </a:endParaRPr>
          </a:p>
        </p:txBody>
      </p:sp>
      <p:sp>
        <p:nvSpPr>
          <p:cNvPr id="572" name="Google Shape;572;p60"/>
          <p:cNvSpPr/>
          <p:nvPr/>
        </p:nvSpPr>
        <p:spPr>
          <a:xfrm>
            <a:off x="4121658" y="1537208"/>
            <a:ext cx="369570" cy="1828800"/>
          </a:xfrm>
          <a:custGeom>
            <a:rect b="b" l="l" r="r" t="t"/>
            <a:pathLst>
              <a:path extrusionOk="0" h="1828800" w="369570">
                <a:moveTo>
                  <a:pt x="25018" y="1617090"/>
                </a:moveTo>
                <a:lnTo>
                  <a:pt x="0" y="1828545"/>
                </a:lnTo>
                <a:lnTo>
                  <a:pt x="184276" y="1721612"/>
                </a:lnTo>
                <a:lnTo>
                  <a:pt x="144027" y="1695195"/>
                </a:lnTo>
                <a:lnTo>
                  <a:pt x="110489" y="1695195"/>
                </a:lnTo>
                <a:lnTo>
                  <a:pt x="77850" y="1675383"/>
                </a:lnTo>
                <a:lnTo>
                  <a:pt x="88124" y="1658506"/>
                </a:lnTo>
                <a:lnTo>
                  <a:pt x="25018" y="1617090"/>
                </a:lnTo>
                <a:close/>
              </a:path>
              <a:path extrusionOk="0" h="1828800" w="369570">
                <a:moveTo>
                  <a:pt x="88124" y="1658506"/>
                </a:moveTo>
                <a:lnTo>
                  <a:pt x="77850" y="1675383"/>
                </a:lnTo>
                <a:lnTo>
                  <a:pt x="110489" y="1695195"/>
                </a:lnTo>
                <a:lnTo>
                  <a:pt x="120074" y="1679475"/>
                </a:lnTo>
                <a:lnTo>
                  <a:pt x="88124" y="1658506"/>
                </a:lnTo>
                <a:close/>
              </a:path>
              <a:path extrusionOk="0" h="1828800" w="369570">
                <a:moveTo>
                  <a:pt x="120074" y="1679475"/>
                </a:moveTo>
                <a:lnTo>
                  <a:pt x="110489" y="1695195"/>
                </a:lnTo>
                <a:lnTo>
                  <a:pt x="144027" y="1695195"/>
                </a:lnTo>
                <a:lnTo>
                  <a:pt x="120074" y="1679475"/>
                </a:lnTo>
                <a:close/>
              </a:path>
              <a:path extrusionOk="0" h="1828800" w="369570">
                <a:moveTo>
                  <a:pt x="42925" y="0"/>
                </a:moveTo>
                <a:lnTo>
                  <a:pt x="16001" y="26924"/>
                </a:lnTo>
                <a:lnTo>
                  <a:pt x="55625" y="66675"/>
                </a:lnTo>
                <a:lnTo>
                  <a:pt x="94614" y="106806"/>
                </a:lnTo>
                <a:lnTo>
                  <a:pt x="132079" y="147700"/>
                </a:lnTo>
                <a:lnTo>
                  <a:pt x="167386" y="189737"/>
                </a:lnTo>
                <a:lnTo>
                  <a:pt x="200025" y="233552"/>
                </a:lnTo>
                <a:lnTo>
                  <a:pt x="229488" y="279526"/>
                </a:lnTo>
                <a:lnTo>
                  <a:pt x="255142" y="328167"/>
                </a:lnTo>
                <a:lnTo>
                  <a:pt x="276478" y="379983"/>
                </a:lnTo>
                <a:lnTo>
                  <a:pt x="293750" y="435863"/>
                </a:lnTo>
                <a:lnTo>
                  <a:pt x="307847" y="495553"/>
                </a:lnTo>
                <a:lnTo>
                  <a:pt x="318642" y="558164"/>
                </a:lnTo>
                <a:lnTo>
                  <a:pt x="326136" y="623442"/>
                </a:lnTo>
                <a:lnTo>
                  <a:pt x="330326" y="690626"/>
                </a:lnTo>
                <a:lnTo>
                  <a:pt x="331469" y="759332"/>
                </a:lnTo>
                <a:lnTo>
                  <a:pt x="330834" y="794003"/>
                </a:lnTo>
                <a:lnTo>
                  <a:pt x="327278" y="863600"/>
                </a:lnTo>
                <a:lnTo>
                  <a:pt x="320293" y="934084"/>
                </a:lnTo>
                <a:lnTo>
                  <a:pt x="308228" y="1009014"/>
                </a:lnTo>
                <a:lnTo>
                  <a:pt x="300481" y="1048130"/>
                </a:lnTo>
                <a:lnTo>
                  <a:pt x="291845" y="1088008"/>
                </a:lnTo>
                <a:lnTo>
                  <a:pt x="282320" y="1128267"/>
                </a:lnTo>
                <a:lnTo>
                  <a:pt x="271906" y="1168653"/>
                </a:lnTo>
                <a:lnTo>
                  <a:pt x="261112" y="1208786"/>
                </a:lnTo>
                <a:lnTo>
                  <a:pt x="249808" y="1248790"/>
                </a:lnTo>
                <a:lnTo>
                  <a:pt x="238125" y="1288033"/>
                </a:lnTo>
                <a:lnTo>
                  <a:pt x="226187" y="1326388"/>
                </a:lnTo>
                <a:lnTo>
                  <a:pt x="214249" y="1363599"/>
                </a:lnTo>
                <a:lnTo>
                  <a:pt x="190753" y="1433702"/>
                </a:lnTo>
                <a:lnTo>
                  <a:pt x="173862" y="1481074"/>
                </a:lnTo>
                <a:lnTo>
                  <a:pt x="157099" y="1524507"/>
                </a:lnTo>
                <a:lnTo>
                  <a:pt x="130809" y="1581657"/>
                </a:lnTo>
                <a:lnTo>
                  <a:pt x="100964" y="1637411"/>
                </a:lnTo>
                <a:lnTo>
                  <a:pt x="88124" y="1658506"/>
                </a:lnTo>
                <a:lnTo>
                  <a:pt x="120074" y="1679475"/>
                </a:lnTo>
                <a:lnTo>
                  <a:pt x="149987" y="1627377"/>
                </a:lnTo>
                <a:lnTo>
                  <a:pt x="179324" y="1568450"/>
                </a:lnTo>
                <a:lnTo>
                  <a:pt x="204215" y="1508887"/>
                </a:lnTo>
                <a:lnTo>
                  <a:pt x="226821" y="1446021"/>
                </a:lnTo>
                <a:lnTo>
                  <a:pt x="250570" y="1375282"/>
                </a:lnTo>
                <a:lnTo>
                  <a:pt x="262636" y="1337690"/>
                </a:lnTo>
                <a:lnTo>
                  <a:pt x="274700" y="1298828"/>
                </a:lnTo>
                <a:lnTo>
                  <a:pt x="286512" y="1259204"/>
                </a:lnTo>
                <a:lnTo>
                  <a:pt x="297814" y="1218818"/>
                </a:lnTo>
                <a:lnTo>
                  <a:pt x="308863" y="1178052"/>
                </a:lnTo>
                <a:lnTo>
                  <a:pt x="319277" y="1137030"/>
                </a:lnTo>
                <a:lnTo>
                  <a:pt x="329056" y="1096137"/>
                </a:lnTo>
                <a:lnTo>
                  <a:pt x="337819" y="1055624"/>
                </a:lnTo>
                <a:lnTo>
                  <a:pt x="345820" y="1015618"/>
                </a:lnTo>
                <a:lnTo>
                  <a:pt x="352551" y="976376"/>
                </a:lnTo>
                <a:lnTo>
                  <a:pt x="358139" y="938402"/>
                </a:lnTo>
                <a:lnTo>
                  <a:pt x="365251" y="866013"/>
                </a:lnTo>
                <a:lnTo>
                  <a:pt x="368934" y="794638"/>
                </a:lnTo>
                <a:lnTo>
                  <a:pt x="369569" y="759078"/>
                </a:lnTo>
                <a:lnTo>
                  <a:pt x="369315" y="723772"/>
                </a:lnTo>
                <a:lnTo>
                  <a:pt x="366649" y="653922"/>
                </a:lnTo>
                <a:lnTo>
                  <a:pt x="360552" y="585724"/>
                </a:lnTo>
                <a:lnTo>
                  <a:pt x="351154" y="519429"/>
                </a:lnTo>
                <a:lnTo>
                  <a:pt x="338200" y="455802"/>
                </a:lnTo>
                <a:lnTo>
                  <a:pt x="321690" y="395477"/>
                </a:lnTo>
                <a:lnTo>
                  <a:pt x="301243" y="338327"/>
                </a:lnTo>
                <a:lnTo>
                  <a:pt x="276097" y="284861"/>
                </a:lnTo>
                <a:lnTo>
                  <a:pt x="246887" y="234950"/>
                </a:lnTo>
                <a:lnTo>
                  <a:pt x="214249" y="188087"/>
                </a:lnTo>
                <a:lnTo>
                  <a:pt x="178815" y="143637"/>
                </a:lnTo>
                <a:lnTo>
                  <a:pt x="121919" y="80263"/>
                </a:lnTo>
                <a:lnTo>
                  <a:pt x="82676" y="39877"/>
                </a:lnTo>
                <a:lnTo>
                  <a:pt x="42925"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60"/>
          <p:cNvSpPr/>
          <p:nvPr/>
        </p:nvSpPr>
        <p:spPr>
          <a:xfrm>
            <a:off x="5248783" y="1502791"/>
            <a:ext cx="962660" cy="630555"/>
          </a:xfrm>
          <a:custGeom>
            <a:rect b="b" l="l" r="r" t="t"/>
            <a:pathLst>
              <a:path extrusionOk="0" h="630555" w="962660">
                <a:moveTo>
                  <a:pt x="809370" y="420370"/>
                </a:moveTo>
                <a:lnTo>
                  <a:pt x="772287" y="630047"/>
                </a:lnTo>
                <a:lnTo>
                  <a:pt x="962405" y="533781"/>
                </a:lnTo>
                <a:lnTo>
                  <a:pt x="921448" y="503428"/>
                </a:lnTo>
                <a:lnTo>
                  <a:pt x="890015" y="503428"/>
                </a:lnTo>
                <a:lnTo>
                  <a:pt x="859027" y="481330"/>
                </a:lnTo>
                <a:lnTo>
                  <a:pt x="870321" y="465539"/>
                </a:lnTo>
                <a:lnTo>
                  <a:pt x="809370" y="420370"/>
                </a:lnTo>
                <a:close/>
              </a:path>
              <a:path extrusionOk="0" h="630555" w="962660">
                <a:moveTo>
                  <a:pt x="394715" y="0"/>
                </a:moveTo>
                <a:lnTo>
                  <a:pt x="337057" y="1650"/>
                </a:lnTo>
                <a:lnTo>
                  <a:pt x="282066" y="6604"/>
                </a:lnTo>
                <a:lnTo>
                  <a:pt x="231775" y="14986"/>
                </a:lnTo>
                <a:lnTo>
                  <a:pt x="188087" y="27432"/>
                </a:lnTo>
                <a:lnTo>
                  <a:pt x="150494" y="43814"/>
                </a:lnTo>
                <a:lnTo>
                  <a:pt x="115188" y="64135"/>
                </a:lnTo>
                <a:lnTo>
                  <a:pt x="83184" y="88137"/>
                </a:lnTo>
                <a:lnTo>
                  <a:pt x="55117" y="115443"/>
                </a:lnTo>
                <a:lnTo>
                  <a:pt x="31876" y="146176"/>
                </a:lnTo>
                <a:lnTo>
                  <a:pt x="14096" y="180086"/>
                </a:lnTo>
                <a:lnTo>
                  <a:pt x="3175" y="216662"/>
                </a:lnTo>
                <a:lnTo>
                  <a:pt x="0" y="255397"/>
                </a:lnTo>
                <a:lnTo>
                  <a:pt x="1524" y="275463"/>
                </a:lnTo>
                <a:lnTo>
                  <a:pt x="10794" y="317119"/>
                </a:lnTo>
                <a:lnTo>
                  <a:pt x="26924" y="360680"/>
                </a:lnTo>
                <a:lnTo>
                  <a:pt x="48767" y="405892"/>
                </a:lnTo>
                <a:lnTo>
                  <a:pt x="75311" y="452882"/>
                </a:lnTo>
                <a:lnTo>
                  <a:pt x="105282" y="501014"/>
                </a:lnTo>
                <a:lnTo>
                  <a:pt x="154812" y="574675"/>
                </a:lnTo>
                <a:lnTo>
                  <a:pt x="189229" y="624205"/>
                </a:lnTo>
                <a:lnTo>
                  <a:pt x="220471" y="602488"/>
                </a:lnTo>
                <a:lnTo>
                  <a:pt x="186054" y="552958"/>
                </a:lnTo>
                <a:lnTo>
                  <a:pt x="153034" y="504063"/>
                </a:lnTo>
                <a:lnTo>
                  <a:pt x="122046" y="456311"/>
                </a:lnTo>
                <a:lnTo>
                  <a:pt x="94487" y="410083"/>
                </a:lnTo>
                <a:lnTo>
                  <a:pt x="71246" y="365887"/>
                </a:lnTo>
                <a:lnTo>
                  <a:pt x="53466" y="324485"/>
                </a:lnTo>
                <a:lnTo>
                  <a:pt x="42163" y="286512"/>
                </a:lnTo>
                <a:lnTo>
                  <a:pt x="37972" y="252603"/>
                </a:lnTo>
                <a:lnTo>
                  <a:pt x="38734" y="237236"/>
                </a:lnTo>
                <a:lnTo>
                  <a:pt x="50037" y="192912"/>
                </a:lnTo>
                <a:lnTo>
                  <a:pt x="74040" y="152273"/>
                </a:lnTo>
                <a:lnTo>
                  <a:pt x="108838" y="116205"/>
                </a:lnTo>
                <a:lnTo>
                  <a:pt x="152272" y="85979"/>
                </a:lnTo>
                <a:lnTo>
                  <a:pt x="202183" y="62864"/>
                </a:lnTo>
                <a:lnTo>
                  <a:pt x="240791" y="51943"/>
                </a:lnTo>
                <a:lnTo>
                  <a:pt x="287527" y="44196"/>
                </a:lnTo>
                <a:lnTo>
                  <a:pt x="339851" y="39624"/>
                </a:lnTo>
                <a:lnTo>
                  <a:pt x="395350" y="38100"/>
                </a:lnTo>
                <a:lnTo>
                  <a:pt x="683513" y="38100"/>
                </a:lnTo>
                <a:lnTo>
                  <a:pt x="673226" y="34544"/>
                </a:lnTo>
                <a:lnTo>
                  <a:pt x="631063" y="22733"/>
                </a:lnTo>
                <a:lnTo>
                  <a:pt x="586739" y="13843"/>
                </a:lnTo>
                <a:lnTo>
                  <a:pt x="536575" y="7238"/>
                </a:lnTo>
                <a:lnTo>
                  <a:pt x="481583" y="2412"/>
                </a:lnTo>
                <a:lnTo>
                  <a:pt x="423925" y="126"/>
                </a:lnTo>
                <a:lnTo>
                  <a:pt x="394715" y="0"/>
                </a:lnTo>
                <a:close/>
              </a:path>
              <a:path extrusionOk="0" h="630555" w="962660">
                <a:moveTo>
                  <a:pt x="870321" y="465539"/>
                </a:moveTo>
                <a:lnTo>
                  <a:pt x="859027" y="481330"/>
                </a:lnTo>
                <a:lnTo>
                  <a:pt x="890015" y="503428"/>
                </a:lnTo>
                <a:lnTo>
                  <a:pt x="900774" y="488107"/>
                </a:lnTo>
                <a:lnTo>
                  <a:pt x="870321" y="465539"/>
                </a:lnTo>
                <a:close/>
              </a:path>
              <a:path extrusionOk="0" h="630555" w="962660">
                <a:moveTo>
                  <a:pt x="900774" y="488107"/>
                </a:moveTo>
                <a:lnTo>
                  <a:pt x="890015" y="503428"/>
                </a:lnTo>
                <a:lnTo>
                  <a:pt x="921448" y="503428"/>
                </a:lnTo>
                <a:lnTo>
                  <a:pt x="900774" y="488107"/>
                </a:lnTo>
                <a:close/>
              </a:path>
              <a:path extrusionOk="0" h="630555" w="962660">
                <a:moveTo>
                  <a:pt x="683513" y="38100"/>
                </a:moveTo>
                <a:lnTo>
                  <a:pt x="395350" y="38100"/>
                </a:lnTo>
                <a:lnTo>
                  <a:pt x="423671" y="38226"/>
                </a:lnTo>
                <a:lnTo>
                  <a:pt x="451865" y="39116"/>
                </a:lnTo>
                <a:lnTo>
                  <a:pt x="506729" y="42545"/>
                </a:lnTo>
                <a:lnTo>
                  <a:pt x="557911" y="48133"/>
                </a:lnTo>
                <a:lnTo>
                  <a:pt x="602614" y="55499"/>
                </a:lnTo>
                <a:lnTo>
                  <a:pt x="642746" y="65150"/>
                </a:lnTo>
                <a:lnTo>
                  <a:pt x="681227" y="77724"/>
                </a:lnTo>
                <a:lnTo>
                  <a:pt x="717676" y="92837"/>
                </a:lnTo>
                <a:lnTo>
                  <a:pt x="751839" y="109982"/>
                </a:lnTo>
                <a:lnTo>
                  <a:pt x="797813" y="138937"/>
                </a:lnTo>
                <a:lnTo>
                  <a:pt x="835787" y="170180"/>
                </a:lnTo>
                <a:lnTo>
                  <a:pt x="864615" y="202437"/>
                </a:lnTo>
                <a:lnTo>
                  <a:pt x="885189" y="237871"/>
                </a:lnTo>
                <a:lnTo>
                  <a:pt x="898651" y="276987"/>
                </a:lnTo>
                <a:lnTo>
                  <a:pt x="905637" y="318388"/>
                </a:lnTo>
                <a:lnTo>
                  <a:pt x="906652" y="346329"/>
                </a:lnTo>
                <a:lnTo>
                  <a:pt x="906144" y="360172"/>
                </a:lnTo>
                <a:lnTo>
                  <a:pt x="900429" y="400938"/>
                </a:lnTo>
                <a:lnTo>
                  <a:pt x="882395" y="444881"/>
                </a:lnTo>
                <a:lnTo>
                  <a:pt x="870321" y="465539"/>
                </a:lnTo>
                <a:lnTo>
                  <a:pt x="900774" y="488107"/>
                </a:lnTo>
                <a:lnTo>
                  <a:pt x="925702" y="443230"/>
                </a:lnTo>
                <a:lnTo>
                  <a:pt x="940688" y="392811"/>
                </a:lnTo>
                <a:lnTo>
                  <a:pt x="944732" y="346329"/>
                </a:lnTo>
                <a:lnTo>
                  <a:pt x="944499" y="329946"/>
                </a:lnTo>
                <a:lnTo>
                  <a:pt x="938911" y="282194"/>
                </a:lnTo>
                <a:lnTo>
                  <a:pt x="925576" y="235712"/>
                </a:lnTo>
                <a:lnTo>
                  <a:pt x="903731" y="192405"/>
                </a:lnTo>
                <a:lnTo>
                  <a:pt x="873378" y="153924"/>
                </a:lnTo>
                <a:lnTo>
                  <a:pt x="834136" y="118618"/>
                </a:lnTo>
                <a:lnTo>
                  <a:pt x="787018" y="86233"/>
                </a:lnTo>
                <a:lnTo>
                  <a:pt x="751586" y="66801"/>
                </a:lnTo>
                <a:lnTo>
                  <a:pt x="713613" y="49530"/>
                </a:lnTo>
                <a:lnTo>
                  <a:pt x="693801" y="41656"/>
                </a:lnTo>
                <a:lnTo>
                  <a:pt x="683513" y="3810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60"/>
          <p:cNvSpPr/>
          <p:nvPr/>
        </p:nvSpPr>
        <p:spPr>
          <a:xfrm>
            <a:off x="4121150" y="2922270"/>
            <a:ext cx="1478915" cy="721995"/>
          </a:xfrm>
          <a:custGeom>
            <a:rect b="b" l="l" r="r" t="t"/>
            <a:pathLst>
              <a:path extrusionOk="0" h="721995" w="1478914">
                <a:moveTo>
                  <a:pt x="1342333" y="134310"/>
                </a:moveTo>
                <a:lnTo>
                  <a:pt x="1280540" y="203834"/>
                </a:lnTo>
                <a:lnTo>
                  <a:pt x="1213358" y="275463"/>
                </a:lnTo>
                <a:lnTo>
                  <a:pt x="1165605" y="323595"/>
                </a:lnTo>
                <a:lnTo>
                  <a:pt x="1116457" y="370966"/>
                </a:lnTo>
                <a:lnTo>
                  <a:pt x="1066546" y="416051"/>
                </a:lnTo>
                <a:lnTo>
                  <a:pt x="1016508" y="457834"/>
                </a:lnTo>
                <a:lnTo>
                  <a:pt x="967359" y="495045"/>
                </a:lnTo>
                <a:lnTo>
                  <a:pt x="919479" y="526668"/>
                </a:lnTo>
                <a:lnTo>
                  <a:pt x="873760" y="551560"/>
                </a:lnTo>
                <a:lnTo>
                  <a:pt x="827659" y="571753"/>
                </a:lnTo>
                <a:lnTo>
                  <a:pt x="780288" y="589788"/>
                </a:lnTo>
                <a:lnTo>
                  <a:pt x="731012" y="605535"/>
                </a:lnTo>
                <a:lnTo>
                  <a:pt x="680465" y="619378"/>
                </a:lnTo>
                <a:lnTo>
                  <a:pt x="628396" y="631316"/>
                </a:lnTo>
                <a:lnTo>
                  <a:pt x="575310" y="641603"/>
                </a:lnTo>
                <a:lnTo>
                  <a:pt x="520953" y="650239"/>
                </a:lnTo>
                <a:lnTo>
                  <a:pt x="465709" y="657478"/>
                </a:lnTo>
                <a:lnTo>
                  <a:pt x="409448" y="663575"/>
                </a:lnTo>
                <a:lnTo>
                  <a:pt x="352551" y="668527"/>
                </a:lnTo>
                <a:lnTo>
                  <a:pt x="236600" y="675639"/>
                </a:lnTo>
                <a:lnTo>
                  <a:pt x="177800" y="678052"/>
                </a:lnTo>
                <a:lnTo>
                  <a:pt x="0" y="683513"/>
                </a:lnTo>
                <a:lnTo>
                  <a:pt x="1015" y="721613"/>
                </a:lnTo>
                <a:lnTo>
                  <a:pt x="179197" y="716152"/>
                </a:lnTo>
                <a:lnTo>
                  <a:pt x="238251" y="713739"/>
                </a:lnTo>
                <a:lnTo>
                  <a:pt x="296925" y="710437"/>
                </a:lnTo>
                <a:lnTo>
                  <a:pt x="355091" y="706500"/>
                </a:lnTo>
                <a:lnTo>
                  <a:pt x="412750" y="701547"/>
                </a:lnTo>
                <a:lnTo>
                  <a:pt x="469773" y="695451"/>
                </a:lnTo>
                <a:lnTo>
                  <a:pt x="525907" y="687958"/>
                </a:lnTo>
                <a:lnTo>
                  <a:pt x="581278" y="679195"/>
                </a:lnTo>
                <a:lnTo>
                  <a:pt x="635635" y="668781"/>
                </a:lnTo>
                <a:lnTo>
                  <a:pt x="688975" y="656589"/>
                </a:lnTo>
                <a:lnTo>
                  <a:pt x="741045" y="642238"/>
                </a:lnTo>
                <a:lnTo>
                  <a:pt x="791845" y="625982"/>
                </a:lnTo>
                <a:lnTo>
                  <a:pt x="841628" y="607187"/>
                </a:lnTo>
                <a:lnTo>
                  <a:pt x="889635" y="586104"/>
                </a:lnTo>
                <a:lnTo>
                  <a:pt x="938529" y="559562"/>
                </a:lnTo>
                <a:lnTo>
                  <a:pt x="988822" y="526414"/>
                </a:lnTo>
                <a:lnTo>
                  <a:pt x="1040002" y="487806"/>
                </a:lnTo>
                <a:lnTo>
                  <a:pt x="1091311" y="445007"/>
                </a:lnTo>
                <a:lnTo>
                  <a:pt x="1142238" y="399033"/>
                </a:lnTo>
                <a:lnTo>
                  <a:pt x="1192022" y="351154"/>
                </a:lnTo>
                <a:lnTo>
                  <a:pt x="1240409" y="302132"/>
                </a:lnTo>
                <a:lnTo>
                  <a:pt x="1286510" y="253618"/>
                </a:lnTo>
                <a:lnTo>
                  <a:pt x="1349883" y="183514"/>
                </a:lnTo>
                <a:lnTo>
                  <a:pt x="1371597" y="158629"/>
                </a:lnTo>
                <a:lnTo>
                  <a:pt x="1342333" y="134310"/>
                </a:lnTo>
                <a:close/>
              </a:path>
              <a:path extrusionOk="0" h="721995" w="1478914">
                <a:moveTo>
                  <a:pt x="1450802" y="119633"/>
                </a:moveTo>
                <a:lnTo>
                  <a:pt x="1354582" y="119633"/>
                </a:lnTo>
                <a:lnTo>
                  <a:pt x="1383791" y="144017"/>
                </a:lnTo>
                <a:lnTo>
                  <a:pt x="1371597" y="158629"/>
                </a:lnTo>
                <a:lnTo>
                  <a:pt x="1430274" y="207390"/>
                </a:lnTo>
                <a:lnTo>
                  <a:pt x="1450802" y="119633"/>
                </a:lnTo>
                <a:close/>
              </a:path>
              <a:path extrusionOk="0" h="721995" w="1478914">
                <a:moveTo>
                  <a:pt x="1354582" y="119633"/>
                </a:moveTo>
                <a:lnTo>
                  <a:pt x="1342333" y="134310"/>
                </a:lnTo>
                <a:lnTo>
                  <a:pt x="1371597" y="158629"/>
                </a:lnTo>
                <a:lnTo>
                  <a:pt x="1383791" y="144017"/>
                </a:lnTo>
                <a:lnTo>
                  <a:pt x="1354582" y="119633"/>
                </a:lnTo>
                <a:close/>
              </a:path>
              <a:path extrusionOk="0" h="721995" w="1478914">
                <a:moveTo>
                  <a:pt x="1478788" y="0"/>
                </a:moveTo>
                <a:lnTo>
                  <a:pt x="1283715" y="85597"/>
                </a:lnTo>
                <a:lnTo>
                  <a:pt x="1342333" y="134310"/>
                </a:lnTo>
                <a:lnTo>
                  <a:pt x="1354582" y="119633"/>
                </a:lnTo>
                <a:lnTo>
                  <a:pt x="1450802" y="119633"/>
                </a:lnTo>
                <a:lnTo>
                  <a:pt x="147878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60"/>
          <p:cNvSpPr/>
          <p:nvPr/>
        </p:nvSpPr>
        <p:spPr>
          <a:xfrm>
            <a:off x="2648711" y="1507997"/>
            <a:ext cx="455295" cy="1867535"/>
          </a:xfrm>
          <a:custGeom>
            <a:rect b="b" l="l" r="r" t="t"/>
            <a:pathLst>
              <a:path extrusionOk="0" h="1867535" w="455294">
                <a:moveTo>
                  <a:pt x="308095" y="122793"/>
                </a:moveTo>
                <a:lnTo>
                  <a:pt x="266445" y="171957"/>
                </a:lnTo>
                <a:lnTo>
                  <a:pt x="223012" y="232282"/>
                </a:lnTo>
                <a:lnTo>
                  <a:pt x="194437" y="279526"/>
                </a:lnTo>
                <a:lnTo>
                  <a:pt x="170561" y="328040"/>
                </a:lnTo>
                <a:lnTo>
                  <a:pt x="156590" y="360299"/>
                </a:lnTo>
                <a:lnTo>
                  <a:pt x="141477" y="394462"/>
                </a:lnTo>
                <a:lnTo>
                  <a:pt x="125730" y="430529"/>
                </a:lnTo>
                <a:lnTo>
                  <a:pt x="109600" y="468249"/>
                </a:lnTo>
                <a:lnTo>
                  <a:pt x="93471" y="507491"/>
                </a:lnTo>
                <a:lnTo>
                  <a:pt x="77469" y="548131"/>
                </a:lnTo>
                <a:lnTo>
                  <a:pt x="61975" y="590296"/>
                </a:lnTo>
                <a:lnTo>
                  <a:pt x="47625" y="633476"/>
                </a:lnTo>
                <a:lnTo>
                  <a:pt x="34543" y="677926"/>
                </a:lnTo>
                <a:lnTo>
                  <a:pt x="23113" y="723138"/>
                </a:lnTo>
                <a:lnTo>
                  <a:pt x="13462" y="769238"/>
                </a:lnTo>
                <a:lnTo>
                  <a:pt x="6350" y="816228"/>
                </a:lnTo>
                <a:lnTo>
                  <a:pt x="1650" y="863980"/>
                </a:lnTo>
                <a:lnTo>
                  <a:pt x="0" y="912367"/>
                </a:lnTo>
                <a:lnTo>
                  <a:pt x="507" y="936498"/>
                </a:lnTo>
                <a:lnTo>
                  <a:pt x="4063" y="985265"/>
                </a:lnTo>
                <a:lnTo>
                  <a:pt x="11302" y="1034288"/>
                </a:lnTo>
                <a:lnTo>
                  <a:pt x="21843" y="1083817"/>
                </a:lnTo>
                <a:lnTo>
                  <a:pt x="35179" y="1134237"/>
                </a:lnTo>
                <a:lnTo>
                  <a:pt x="51435" y="1185544"/>
                </a:lnTo>
                <a:lnTo>
                  <a:pt x="70104" y="1237361"/>
                </a:lnTo>
                <a:lnTo>
                  <a:pt x="102488" y="1316481"/>
                </a:lnTo>
                <a:lnTo>
                  <a:pt x="126618" y="1369949"/>
                </a:lnTo>
                <a:lnTo>
                  <a:pt x="152526" y="1423924"/>
                </a:lnTo>
                <a:lnTo>
                  <a:pt x="180086" y="1478406"/>
                </a:lnTo>
                <a:lnTo>
                  <a:pt x="209042" y="1533271"/>
                </a:lnTo>
                <a:lnTo>
                  <a:pt x="239140" y="1588389"/>
                </a:lnTo>
                <a:lnTo>
                  <a:pt x="270129" y="1643888"/>
                </a:lnTo>
                <a:lnTo>
                  <a:pt x="302006" y="1699640"/>
                </a:lnTo>
                <a:lnTo>
                  <a:pt x="334518" y="1755521"/>
                </a:lnTo>
                <a:lnTo>
                  <a:pt x="400431" y="1867407"/>
                </a:lnTo>
                <a:lnTo>
                  <a:pt x="433196" y="1848103"/>
                </a:lnTo>
                <a:lnTo>
                  <a:pt x="367411" y="1736216"/>
                </a:lnTo>
                <a:lnTo>
                  <a:pt x="335025" y="1680464"/>
                </a:lnTo>
                <a:lnTo>
                  <a:pt x="303275" y="1624964"/>
                </a:lnTo>
                <a:lnTo>
                  <a:pt x="272414" y="1569719"/>
                </a:lnTo>
                <a:lnTo>
                  <a:pt x="242443" y="1514982"/>
                </a:lnTo>
                <a:lnTo>
                  <a:pt x="213868" y="1460627"/>
                </a:lnTo>
                <a:lnTo>
                  <a:pt x="186562" y="1406778"/>
                </a:lnTo>
                <a:lnTo>
                  <a:pt x="161036" y="1353439"/>
                </a:lnTo>
                <a:lnTo>
                  <a:pt x="137287" y="1300861"/>
                </a:lnTo>
                <a:lnTo>
                  <a:pt x="115569" y="1249044"/>
                </a:lnTo>
                <a:lnTo>
                  <a:pt x="96265" y="1198117"/>
                </a:lnTo>
                <a:lnTo>
                  <a:pt x="79248" y="1147952"/>
                </a:lnTo>
                <a:lnTo>
                  <a:pt x="64769" y="1098677"/>
                </a:lnTo>
                <a:lnTo>
                  <a:pt x="53339" y="1050543"/>
                </a:lnTo>
                <a:lnTo>
                  <a:pt x="44831" y="1003553"/>
                </a:lnTo>
                <a:lnTo>
                  <a:pt x="39750" y="957452"/>
                </a:lnTo>
                <a:lnTo>
                  <a:pt x="38100" y="911478"/>
                </a:lnTo>
                <a:lnTo>
                  <a:pt x="38607" y="888746"/>
                </a:lnTo>
                <a:lnTo>
                  <a:pt x="41529" y="843152"/>
                </a:lnTo>
                <a:lnTo>
                  <a:pt x="47370" y="797940"/>
                </a:lnTo>
                <a:lnTo>
                  <a:pt x="60325" y="730885"/>
                </a:lnTo>
                <a:lnTo>
                  <a:pt x="71374" y="687197"/>
                </a:lnTo>
                <a:lnTo>
                  <a:pt x="84200" y="644398"/>
                </a:lnTo>
                <a:lnTo>
                  <a:pt x="98170" y="602234"/>
                </a:lnTo>
                <a:lnTo>
                  <a:pt x="113283" y="561339"/>
                </a:lnTo>
                <a:lnTo>
                  <a:pt x="128905" y="521462"/>
                </a:lnTo>
                <a:lnTo>
                  <a:pt x="144906" y="482853"/>
                </a:lnTo>
                <a:lnTo>
                  <a:pt x="160781" y="445515"/>
                </a:lnTo>
                <a:lnTo>
                  <a:pt x="176402" y="409828"/>
                </a:lnTo>
                <a:lnTo>
                  <a:pt x="191515" y="375665"/>
                </a:lnTo>
                <a:lnTo>
                  <a:pt x="205486" y="343153"/>
                </a:lnTo>
                <a:lnTo>
                  <a:pt x="227964" y="297561"/>
                </a:lnTo>
                <a:lnTo>
                  <a:pt x="255269" y="252349"/>
                </a:lnTo>
                <a:lnTo>
                  <a:pt x="296925" y="194817"/>
                </a:lnTo>
                <a:lnTo>
                  <a:pt x="335212" y="149530"/>
                </a:lnTo>
                <a:lnTo>
                  <a:pt x="308095" y="122793"/>
                </a:lnTo>
                <a:close/>
              </a:path>
              <a:path extrusionOk="0" h="1867535" w="455294">
                <a:moveTo>
                  <a:pt x="419283" y="109219"/>
                </a:moveTo>
                <a:lnTo>
                  <a:pt x="320420" y="109219"/>
                </a:lnTo>
                <a:lnTo>
                  <a:pt x="348614" y="134874"/>
                </a:lnTo>
                <a:lnTo>
                  <a:pt x="335212" y="149530"/>
                </a:lnTo>
                <a:lnTo>
                  <a:pt x="388874" y="202437"/>
                </a:lnTo>
                <a:lnTo>
                  <a:pt x="419283" y="109219"/>
                </a:lnTo>
                <a:close/>
              </a:path>
              <a:path extrusionOk="0" h="1867535" w="455294">
                <a:moveTo>
                  <a:pt x="320420" y="109219"/>
                </a:moveTo>
                <a:lnTo>
                  <a:pt x="308095" y="122793"/>
                </a:lnTo>
                <a:lnTo>
                  <a:pt x="335212" y="149530"/>
                </a:lnTo>
                <a:lnTo>
                  <a:pt x="348614" y="134874"/>
                </a:lnTo>
                <a:lnTo>
                  <a:pt x="320420" y="109219"/>
                </a:lnTo>
                <a:close/>
              </a:path>
              <a:path extrusionOk="0" h="1867535" w="455294">
                <a:moveTo>
                  <a:pt x="454913" y="0"/>
                </a:moveTo>
                <a:lnTo>
                  <a:pt x="253237" y="68706"/>
                </a:lnTo>
                <a:lnTo>
                  <a:pt x="308095" y="122793"/>
                </a:lnTo>
                <a:lnTo>
                  <a:pt x="320420" y="109219"/>
                </a:lnTo>
                <a:lnTo>
                  <a:pt x="419283" y="109219"/>
                </a:lnTo>
                <a:lnTo>
                  <a:pt x="454913"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60"/>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
        <p:nvSpPr>
          <p:cNvPr id="577" name="Google Shape;577;p60"/>
          <p:cNvSpPr/>
          <p:nvPr/>
        </p:nvSpPr>
        <p:spPr>
          <a:xfrm>
            <a:off x="990600" y="6248400"/>
            <a:ext cx="7010400" cy="2206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8" name="Google Shape;578;p60"/>
          <p:cNvSpPr/>
          <p:nvPr/>
        </p:nvSpPr>
        <p:spPr>
          <a:xfrm>
            <a:off x="8305800" y="6096000"/>
            <a:ext cx="838200" cy="76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1"/>
          <p:cNvSpPr txBox="1"/>
          <p:nvPr/>
        </p:nvSpPr>
        <p:spPr>
          <a:xfrm>
            <a:off x="535940" y="1483105"/>
            <a:ext cx="7709534" cy="4399280"/>
          </a:xfrm>
          <a:prstGeom prst="rect">
            <a:avLst/>
          </a:prstGeom>
          <a:noFill/>
          <a:ln>
            <a:noFill/>
          </a:ln>
        </p:spPr>
        <p:txBody>
          <a:bodyPr anchorCtr="0" anchor="t" bIns="0" lIns="0" spcFirstLastPara="1" rIns="0" wrap="square" tIns="0">
            <a:spAutoFit/>
          </a:bodyPr>
          <a:lstStyle/>
          <a:p>
            <a:pPr indent="-342900" lvl="0" marL="355600" marR="70485" rtl="0" algn="l">
              <a:lnSpc>
                <a:spcPct val="100000"/>
              </a:lnSpc>
              <a:spcBef>
                <a:spcPts val="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A simple electronic clock has four modes,  display time, change time, display date and  change date</a:t>
            </a:r>
            <a:endParaRPr sz="3000">
              <a:solidFill>
                <a:schemeClr val="dk1"/>
              </a:solidFill>
              <a:latin typeface="Arial"/>
              <a:ea typeface="Arial"/>
              <a:cs typeface="Arial"/>
              <a:sym typeface="Arial"/>
            </a:endParaRPr>
          </a:p>
          <a:p>
            <a:pPr indent="-342900" lvl="0" marL="355600" marR="0" rtl="0" algn="l">
              <a:lnSpc>
                <a:spcPct val="100000"/>
              </a:lnSpc>
              <a:spcBef>
                <a:spcPts val="72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The change mode button switches between</a:t>
            </a:r>
            <a:endParaRPr sz="3000">
              <a:solidFill>
                <a:schemeClr val="dk1"/>
              </a:solidFill>
              <a:latin typeface="Arial"/>
              <a:ea typeface="Arial"/>
              <a:cs typeface="Arial"/>
              <a:sym typeface="Arial"/>
            </a:endParaRPr>
          </a:p>
          <a:p>
            <a:pPr indent="0" lvl="0" marL="355600" marR="0" rtl="0" algn="l">
              <a:lnSpc>
                <a:spcPct val="100000"/>
              </a:lnSpc>
              <a:spcBef>
                <a:spcPts val="0"/>
              </a:spcBef>
              <a:spcAft>
                <a:spcPts val="0"/>
              </a:spcAft>
              <a:buNone/>
            </a:pPr>
            <a:r>
              <a:rPr lang="en-US" sz="3000">
                <a:solidFill>
                  <a:schemeClr val="dk1"/>
                </a:solidFill>
                <a:latin typeface="Arial"/>
                <a:ea typeface="Arial"/>
                <a:cs typeface="Arial"/>
                <a:sym typeface="Arial"/>
              </a:rPr>
              <a:t>display time and display date</a:t>
            </a:r>
            <a:endParaRPr sz="3000">
              <a:solidFill>
                <a:schemeClr val="dk1"/>
              </a:solidFill>
              <a:latin typeface="Arial"/>
              <a:ea typeface="Arial"/>
              <a:cs typeface="Arial"/>
              <a:sym typeface="Arial"/>
            </a:endParaRPr>
          </a:p>
          <a:p>
            <a:pPr indent="-342900" lvl="0" marL="355600" marR="26034" rtl="0" algn="l">
              <a:lnSpc>
                <a:spcPct val="100000"/>
              </a:lnSpc>
              <a:spcBef>
                <a:spcPts val="72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The reset button switches from display time  to adjust time or display date to adjust date</a:t>
            </a:r>
            <a:endParaRPr sz="3000">
              <a:solidFill>
                <a:schemeClr val="dk1"/>
              </a:solidFill>
              <a:latin typeface="Arial"/>
              <a:ea typeface="Arial"/>
              <a:cs typeface="Arial"/>
              <a:sym typeface="Arial"/>
            </a:endParaRPr>
          </a:p>
          <a:p>
            <a:pPr indent="-342900" lvl="0" marL="355600" marR="0" rtl="0" algn="l">
              <a:lnSpc>
                <a:spcPct val="100000"/>
              </a:lnSpc>
              <a:spcBef>
                <a:spcPts val="720"/>
              </a:spcBef>
              <a:spcAft>
                <a:spcPts val="0"/>
              </a:spcAft>
              <a:buClr>
                <a:schemeClr val="dk1"/>
              </a:buClr>
              <a:buSzPts val="3000"/>
              <a:buFont typeface="Noto Sans Symbols"/>
              <a:buChar char="▪"/>
            </a:pPr>
            <a:r>
              <a:rPr lang="en-US" sz="3000">
                <a:solidFill>
                  <a:schemeClr val="dk1"/>
                </a:solidFill>
                <a:latin typeface="Arial"/>
                <a:ea typeface="Arial"/>
                <a:cs typeface="Arial"/>
                <a:sym typeface="Arial"/>
              </a:rPr>
              <a:t>The set button returns from adjust time to</a:t>
            </a:r>
            <a:endParaRPr sz="3000">
              <a:solidFill>
                <a:schemeClr val="dk1"/>
              </a:solidFill>
              <a:latin typeface="Arial"/>
              <a:ea typeface="Arial"/>
              <a:cs typeface="Arial"/>
              <a:sym typeface="Arial"/>
            </a:endParaRPr>
          </a:p>
          <a:p>
            <a:pPr indent="0" lvl="0" marL="355600" marR="0" rtl="0" algn="l">
              <a:lnSpc>
                <a:spcPct val="100000"/>
              </a:lnSpc>
              <a:spcBef>
                <a:spcPts val="0"/>
              </a:spcBef>
              <a:spcAft>
                <a:spcPts val="0"/>
              </a:spcAft>
              <a:buNone/>
            </a:pPr>
            <a:r>
              <a:rPr lang="en-US" sz="3000">
                <a:solidFill>
                  <a:schemeClr val="dk1"/>
                </a:solidFill>
                <a:latin typeface="Arial"/>
                <a:ea typeface="Arial"/>
                <a:cs typeface="Arial"/>
                <a:sym typeface="Arial"/>
              </a:rPr>
              <a:t>display time or adjust date to display date</a:t>
            </a:r>
            <a:endParaRPr sz="3000">
              <a:solidFill>
                <a:schemeClr val="dk1"/>
              </a:solidFill>
              <a:latin typeface="Arial"/>
              <a:ea typeface="Arial"/>
              <a:cs typeface="Arial"/>
              <a:sym typeface="Arial"/>
            </a:endParaRPr>
          </a:p>
        </p:txBody>
      </p:sp>
      <p:sp>
        <p:nvSpPr>
          <p:cNvPr id="584" name="Google Shape;584;p61"/>
          <p:cNvSpPr/>
          <p:nvPr/>
        </p:nvSpPr>
        <p:spPr>
          <a:xfrm>
            <a:off x="0" y="0"/>
            <a:ext cx="9144000" cy="914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61"/>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Example 2 </a:t>
            </a:r>
            <a:r>
              <a:rPr lang="en-US">
                <a:latin typeface="Arial"/>
                <a:ea typeface="Arial"/>
                <a:cs typeface="Arial"/>
                <a:sym typeface="Arial"/>
              </a:rPr>
              <a:t>– </a:t>
            </a:r>
            <a:r>
              <a:rPr lang="en-US"/>
              <a:t>Electronic Clock</a:t>
            </a:r>
            <a:endParaRPr/>
          </a:p>
        </p:txBody>
      </p:sp>
      <p:sp>
        <p:nvSpPr>
          <p:cNvPr id="586" name="Google Shape;586;p61"/>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2"/>
          <p:cNvSpPr txBox="1"/>
          <p:nvPr>
            <p:ph type="title"/>
          </p:nvPr>
        </p:nvSpPr>
        <p:spPr>
          <a:xfrm>
            <a:off x="0" y="0"/>
            <a:ext cx="9144000" cy="615553"/>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Example 2 </a:t>
            </a:r>
            <a:r>
              <a:rPr lang="en-US">
                <a:latin typeface="Arial"/>
                <a:ea typeface="Arial"/>
                <a:cs typeface="Arial"/>
                <a:sym typeface="Arial"/>
              </a:rPr>
              <a:t>– </a:t>
            </a:r>
            <a:r>
              <a:rPr lang="en-US"/>
              <a:t>Electronic Clock</a:t>
            </a:r>
            <a:endParaRPr/>
          </a:p>
        </p:txBody>
      </p:sp>
      <p:sp>
        <p:nvSpPr>
          <p:cNvPr id="592" name="Google Shape;592;p62"/>
          <p:cNvSpPr/>
          <p:nvPr/>
        </p:nvSpPr>
        <p:spPr>
          <a:xfrm>
            <a:off x="2293620" y="1513332"/>
            <a:ext cx="5189219" cy="426872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62"/>
          <p:cNvSpPr txBox="1"/>
          <p:nvPr/>
        </p:nvSpPr>
        <p:spPr>
          <a:xfrm>
            <a:off x="2642361" y="1860041"/>
            <a:ext cx="930910" cy="62039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2000">
                <a:solidFill>
                  <a:schemeClr val="dk1"/>
                </a:solidFill>
                <a:latin typeface="Arial"/>
                <a:ea typeface="Arial"/>
                <a:cs typeface="Arial"/>
                <a:sym typeface="Arial"/>
              </a:rPr>
              <a:t>Display</a:t>
            </a:r>
            <a:endParaRPr sz="2000">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1" lang="en-US" sz="2000">
                <a:solidFill>
                  <a:schemeClr val="dk1"/>
                </a:solidFill>
                <a:latin typeface="Arial"/>
                <a:ea typeface="Arial"/>
                <a:cs typeface="Arial"/>
                <a:sym typeface="Arial"/>
              </a:rPr>
              <a:t>Time</a:t>
            </a:r>
            <a:endParaRPr sz="2000">
              <a:solidFill>
                <a:schemeClr val="dk1"/>
              </a:solidFill>
              <a:latin typeface="Arial"/>
              <a:ea typeface="Arial"/>
              <a:cs typeface="Arial"/>
              <a:sym typeface="Arial"/>
            </a:endParaRPr>
          </a:p>
        </p:txBody>
      </p:sp>
      <p:sp>
        <p:nvSpPr>
          <p:cNvPr id="594" name="Google Shape;594;p62"/>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
        <p:nvSpPr>
          <p:cNvPr id="595" name="Google Shape;595;p62"/>
          <p:cNvSpPr txBox="1"/>
          <p:nvPr/>
        </p:nvSpPr>
        <p:spPr>
          <a:xfrm>
            <a:off x="2642361" y="4816094"/>
            <a:ext cx="930910" cy="620395"/>
          </a:xfrm>
          <a:prstGeom prst="rect">
            <a:avLst/>
          </a:prstGeom>
          <a:noFill/>
          <a:ln>
            <a:noFill/>
          </a:ln>
        </p:spPr>
        <p:txBody>
          <a:bodyPr anchorCtr="0" anchor="t" bIns="0" lIns="0" spcFirstLastPara="1" rIns="0" wrap="square" tIns="0">
            <a:spAutoFit/>
          </a:bodyPr>
          <a:lstStyle/>
          <a:p>
            <a:pPr indent="-173990" lvl="0" marL="186055" marR="5080" rtl="0" algn="l">
              <a:lnSpc>
                <a:spcPct val="100000"/>
              </a:lnSpc>
              <a:spcBef>
                <a:spcPts val="0"/>
              </a:spcBef>
              <a:spcAft>
                <a:spcPts val="0"/>
              </a:spcAft>
              <a:buNone/>
            </a:pPr>
            <a:r>
              <a:rPr b="1" lang="en-US" sz="2000">
                <a:solidFill>
                  <a:schemeClr val="dk1"/>
                </a:solidFill>
                <a:latin typeface="Arial"/>
                <a:ea typeface="Arial"/>
                <a:cs typeface="Arial"/>
                <a:sym typeface="Arial"/>
              </a:rPr>
              <a:t>Display  Date</a:t>
            </a:r>
            <a:endParaRPr sz="2000">
              <a:solidFill>
                <a:schemeClr val="dk1"/>
              </a:solidFill>
              <a:latin typeface="Arial"/>
              <a:ea typeface="Arial"/>
              <a:cs typeface="Arial"/>
              <a:sym typeface="Arial"/>
            </a:endParaRPr>
          </a:p>
        </p:txBody>
      </p:sp>
      <p:sp>
        <p:nvSpPr>
          <p:cNvPr id="596" name="Google Shape;596;p62"/>
          <p:cNvSpPr txBox="1"/>
          <p:nvPr/>
        </p:nvSpPr>
        <p:spPr>
          <a:xfrm>
            <a:off x="6371335" y="1861565"/>
            <a:ext cx="817244" cy="620395"/>
          </a:xfrm>
          <a:prstGeom prst="rect">
            <a:avLst/>
          </a:prstGeom>
          <a:noFill/>
          <a:ln>
            <a:noFill/>
          </a:ln>
        </p:spPr>
        <p:txBody>
          <a:bodyPr anchorCtr="0" anchor="t" bIns="0" lIns="0" spcFirstLastPara="1" rIns="0" wrap="square" tIns="0">
            <a:spAutoFit/>
          </a:bodyPr>
          <a:lstStyle/>
          <a:p>
            <a:pPr indent="-102235" lvl="0" marL="114300" marR="5080" rtl="0" algn="l">
              <a:lnSpc>
                <a:spcPct val="100000"/>
              </a:lnSpc>
              <a:spcBef>
                <a:spcPts val="0"/>
              </a:spcBef>
              <a:spcAft>
                <a:spcPts val="0"/>
              </a:spcAft>
              <a:buNone/>
            </a:pPr>
            <a:r>
              <a:rPr b="1" lang="en-US" sz="2000">
                <a:solidFill>
                  <a:schemeClr val="dk1"/>
                </a:solidFill>
                <a:latin typeface="Arial"/>
                <a:ea typeface="Arial"/>
                <a:cs typeface="Arial"/>
                <a:sym typeface="Arial"/>
              </a:rPr>
              <a:t>Adjust  Time</a:t>
            </a:r>
            <a:endParaRPr sz="2000">
              <a:solidFill>
                <a:schemeClr val="dk1"/>
              </a:solidFill>
              <a:latin typeface="Arial"/>
              <a:ea typeface="Arial"/>
              <a:cs typeface="Arial"/>
              <a:sym typeface="Arial"/>
            </a:endParaRPr>
          </a:p>
        </p:txBody>
      </p:sp>
      <p:sp>
        <p:nvSpPr>
          <p:cNvPr id="597" name="Google Shape;597;p62"/>
          <p:cNvSpPr txBox="1"/>
          <p:nvPr/>
        </p:nvSpPr>
        <p:spPr>
          <a:xfrm>
            <a:off x="6331458" y="4810252"/>
            <a:ext cx="818515" cy="620395"/>
          </a:xfrm>
          <a:prstGeom prst="rect">
            <a:avLst/>
          </a:prstGeom>
          <a:noFill/>
          <a:ln>
            <a:noFill/>
          </a:ln>
        </p:spPr>
        <p:txBody>
          <a:bodyPr anchorCtr="0" anchor="t" bIns="0" lIns="0" spcFirstLastPara="1" rIns="0" wrap="square" tIns="0">
            <a:spAutoFit/>
          </a:bodyPr>
          <a:lstStyle/>
          <a:p>
            <a:pPr indent="-119380" lvl="0" marL="131445" marR="5080" rtl="0" algn="l">
              <a:lnSpc>
                <a:spcPct val="100000"/>
              </a:lnSpc>
              <a:spcBef>
                <a:spcPts val="0"/>
              </a:spcBef>
              <a:spcAft>
                <a:spcPts val="0"/>
              </a:spcAft>
              <a:buNone/>
            </a:pPr>
            <a:r>
              <a:rPr b="1" lang="en-US" sz="2000">
                <a:solidFill>
                  <a:schemeClr val="dk1"/>
                </a:solidFill>
                <a:latin typeface="Arial"/>
                <a:ea typeface="Arial"/>
                <a:cs typeface="Arial"/>
                <a:sym typeface="Arial"/>
              </a:rPr>
              <a:t>Adjust  Date</a:t>
            </a:r>
            <a:endParaRPr sz="2000">
              <a:solidFill>
                <a:schemeClr val="dk1"/>
              </a:solidFill>
              <a:latin typeface="Arial"/>
              <a:ea typeface="Arial"/>
              <a:cs typeface="Arial"/>
              <a:sym typeface="Arial"/>
            </a:endParaRPr>
          </a:p>
        </p:txBody>
      </p:sp>
      <p:sp>
        <p:nvSpPr>
          <p:cNvPr id="598" name="Google Shape;598;p62"/>
          <p:cNvSpPr txBox="1"/>
          <p:nvPr/>
        </p:nvSpPr>
        <p:spPr>
          <a:xfrm rot="-5400000">
            <a:off x="1416105" y="3576421"/>
            <a:ext cx="1525270" cy="254000"/>
          </a:xfrm>
          <a:prstGeom prst="rect">
            <a:avLst/>
          </a:prstGeom>
          <a:noFill/>
          <a:ln>
            <a:noFill/>
          </a:ln>
        </p:spPr>
        <p:txBody>
          <a:bodyPr anchorCtr="0" anchor="t" bIns="0" lIns="0" spcFirstLastPara="1" rIns="0" wrap="square" tIns="0">
            <a:spAutoFit/>
          </a:bodyPr>
          <a:lstStyle/>
          <a:p>
            <a:pPr indent="0" lvl="0" marL="12700" marR="0" rtl="0" algn="l">
              <a:lnSpc>
                <a:spcPct val="106666"/>
              </a:lnSpc>
              <a:spcBef>
                <a:spcPts val="0"/>
              </a:spcBef>
              <a:spcAft>
                <a:spcPts val="0"/>
              </a:spcAft>
              <a:buNone/>
            </a:pPr>
            <a:r>
              <a:rPr b="1" lang="en-US" sz="1800">
                <a:solidFill>
                  <a:schemeClr val="dk1"/>
                </a:solidFill>
                <a:latin typeface="Arial"/>
                <a:ea typeface="Arial"/>
                <a:cs typeface="Arial"/>
                <a:sym typeface="Arial"/>
              </a:rPr>
              <a:t>Change Mode</a:t>
            </a:r>
            <a:endParaRPr sz="1800">
              <a:solidFill>
                <a:schemeClr val="dk1"/>
              </a:solidFill>
              <a:latin typeface="Arial"/>
              <a:ea typeface="Arial"/>
              <a:cs typeface="Arial"/>
              <a:sym typeface="Arial"/>
            </a:endParaRPr>
          </a:p>
        </p:txBody>
      </p:sp>
      <p:sp>
        <p:nvSpPr>
          <p:cNvPr id="599" name="Google Shape;599;p62"/>
          <p:cNvSpPr txBox="1"/>
          <p:nvPr/>
        </p:nvSpPr>
        <p:spPr>
          <a:xfrm rot="5400000">
            <a:off x="3347792" y="3521583"/>
            <a:ext cx="1525270" cy="254000"/>
          </a:xfrm>
          <a:prstGeom prst="rect">
            <a:avLst/>
          </a:prstGeom>
          <a:noFill/>
          <a:ln>
            <a:noFill/>
          </a:ln>
        </p:spPr>
        <p:txBody>
          <a:bodyPr anchorCtr="0" anchor="t" bIns="0" lIns="0" spcFirstLastPara="1" rIns="0" wrap="square" tIns="0">
            <a:spAutoFit/>
          </a:bodyPr>
          <a:lstStyle/>
          <a:p>
            <a:pPr indent="0" lvl="0" marL="12700" marR="0" rtl="0" algn="l">
              <a:lnSpc>
                <a:spcPct val="106666"/>
              </a:lnSpc>
              <a:spcBef>
                <a:spcPts val="0"/>
              </a:spcBef>
              <a:spcAft>
                <a:spcPts val="0"/>
              </a:spcAft>
              <a:buNone/>
            </a:pPr>
            <a:r>
              <a:rPr b="1" lang="en-US" sz="1800">
                <a:solidFill>
                  <a:schemeClr val="dk1"/>
                </a:solidFill>
                <a:latin typeface="Arial"/>
                <a:ea typeface="Arial"/>
                <a:cs typeface="Arial"/>
                <a:sym typeface="Arial"/>
              </a:rPr>
              <a:t>Change Mode</a:t>
            </a:r>
            <a:endParaRPr sz="1800">
              <a:solidFill>
                <a:schemeClr val="dk1"/>
              </a:solidFill>
              <a:latin typeface="Arial"/>
              <a:ea typeface="Arial"/>
              <a:cs typeface="Arial"/>
              <a:sym typeface="Arial"/>
            </a:endParaRPr>
          </a:p>
        </p:txBody>
      </p:sp>
      <p:sp>
        <p:nvSpPr>
          <p:cNvPr id="600" name="Google Shape;600;p62"/>
          <p:cNvSpPr txBox="1"/>
          <p:nvPr/>
        </p:nvSpPr>
        <p:spPr>
          <a:xfrm>
            <a:off x="4699761" y="1229867"/>
            <a:ext cx="645795" cy="28511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800">
                <a:solidFill>
                  <a:schemeClr val="dk1"/>
                </a:solidFill>
                <a:latin typeface="Arial"/>
                <a:ea typeface="Arial"/>
                <a:cs typeface="Arial"/>
                <a:sym typeface="Arial"/>
              </a:rPr>
              <a:t>Reset</a:t>
            </a:r>
            <a:endParaRPr sz="1800">
              <a:solidFill>
                <a:schemeClr val="dk1"/>
              </a:solidFill>
              <a:latin typeface="Arial"/>
              <a:ea typeface="Arial"/>
              <a:cs typeface="Arial"/>
              <a:sym typeface="Arial"/>
            </a:endParaRPr>
          </a:p>
        </p:txBody>
      </p:sp>
      <p:sp>
        <p:nvSpPr>
          <p:cNvPr id="601" name="Google Shape;601;p62"/>
          <p:cNvSpPr txBox="1"/>
          <p:nvPr/>
        </p:nvSpPr>
        <p:spPr>
          <a:xfrm>
            <a:off x="4819269" y="2827020"/>
            <a:ext cx="381000" cy="28511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800">
                <a:solidFill>
                  <a:schemeClr val="dk1"/>
                </a:solidFill>
                <a:latin typeface="Arial"/>
                <a:ea typeface="Arial"/>
                <a:cs typeface="Arial"/>
                <a:sym typeface="Arial"/>
              </a:rPr>
              <a:t>Set</a:t>
            </a:r>
            <a:endParaRPr sz="1800">
              <a:solidFill>
                <a:schemeClr val="dk1"/>
              </a:solidFill>
              <a:latin typeface="Arial"/>
              <a:ea typeface="Arial"/>
              <a:cs typeface="Arial"/>
              <a:sym typeface="Arial"/>
            </a:endParaRPr>
          </a:p>
        </p:txBody>
      </p:sp>
      <p:sp>
        <p:nvSpPr>
          <p:cNvPr id="602" name="Google Shape;602;p62"/>
          <p:cNvSpPr txBox="1"/>
          <p:nvPr/>
        </p:nvSpPr>
        <p:spPr>
          <a:xfrm>
            <a:off x="4662678" y="4170553"/>
            <a:ext cx="645795" cy="28511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800">
                <a:solidFill>
                  <a:schemeClr val="dk1"/>
                </a:solidFill>
                <a:latin typeface="Arial"/>
                <a:ea typeface="Arial"/>
                <a:cs typeface="Arial"/>
                <a:sym typeface="Arial"/>
              </a:rPr>
              <a:t>Reset</a:t>
            </a:r>
            <a:endParaRPr sz="1800">
              <a:solidFill>
                <a:schemeClr val="dk1"/>
              </a:solidFill>
              <a:latin typeface="Arial"/>
              <a:ea typeface="Arial"/>
              <a:cs typeface="Arial"/>
              <a:sym typeface="Arial"/>
            </a:endParaRPr>
          </a:p>
        </p:txBody>
      </p:sp>
      <p:sp>
        <p:nvSpPr>
          <p:cNvPr id="603" name="Google Shape;603;p62"/>
          <p:cNvSpPr txBox="1"/>
          <p:nvPr/>
        </p:nvSpPr>
        <p:spPr>
          <a:xfrm>
            <a:off x="4782058" y="5767425"/>
            <a:ext cx="381000" cy="28511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800">
                <a:solidFill>
                  <a:schemeClr val="dk1"/>
                </a:solidFill>
                <a:latin typeface="Arial"/>
                <a:ea typeface="Arial"/>
                <a:cs typeface="Arial"/>
                <a:sym typeface="Arial"/>
              </a:rPr>
              <a:t>Set</a:t>
            </a:r>
            <a:endParaRPr sz="1800">
              <a:solidFill>
                <a:schemeClr val="dk1"/>
              </a:solidFill>
              <a:latin typeface="Arial"/>
              <a:ea typeface="Arial"/>
              <a:cs typeface="Arial"/>
              <a:sym typeface="Arial"/>
            </a:endParaRPr>
          </a:p>
        </p:txBody>
      </p:sp>
      <p:sp>
        <p:nvSpPr>
          <p:cNvPr id="604" name="Google Shape;604;p62"/>
          <p:cNvSpPr/>
          <p:nvPr/>
        </p:nvSpPr>
        <p:spPr>
          <a:xfrm>
            <a:off x="990600" y="6248400"/>
            <a:ext cx="7010400" cy="2206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5" name="Google Shape;605;p62"/>
          <p:cNvSpPr/>
          <p:nvPr/>
        </p:nvSpPr>
        <p:spPr>
          <a:xfrm>
            <a:off x="8305800" y="6096000"/>
            <a:ext cx="838200" cy="76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3"/>
          <p:cNvSpPr txBox="1"/>
          <p:nvPr>
            <p:ph type="title"/>
          </p:nvPr>
        </p:nvSpPr>
        <p:spPr>
          <a:xfrm>
            <a:off x="0" y="0"/>
            <a:ext cx="9144000" cy="615553"/>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Example 2 </a:t>
            </a:r>
            <a:r>
              <a:rPr lang="en-US">
                <a:latin typeface="Arial"/>
                <a:ea typeface="Arial"/>
                <a:cs typeface="Arial"/>
                <a:sym typeface="Arial"/>
              </a:rPr>
              <a:t>– </a:t>
            </a:r>
            <a:r>
              <a:rPr lang="en-US"/>
              <a:t>Electronic Clock</a:t>
            </a:r>
            <a:endParaRPr/>
          </a:p>
        </p:txBody>
      </p:sp>
      <p:sp>
        <p:nvSpPr>
          <p:cNvPr id="611" name="Google Shape;611;p63"/>
          <p:cNvSpPr/>
          <p:nvPr/>
        </p:nvSpPr>
        <p:spPr>
          <a:xfrm>
            <a:off x="400811" y="2034539"/>
            <a:ext cx="4108704" cy="279196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63"/>
          <p:cNvSpPr txBox="1"/>
          <p:nvPr/>
        </p:nvSpPr>
        <p:spPr>
          <a:xfrm>
            <a:off x="762711" y="2281682"/>
            <a:ext cx="568960" cy="377190"/>
          </a:xfrm>
          <a:prstGeom prst="rect">
            <a:avLst/>
          </a:prstGeom>
          <a:noFill/>
          <a:ln>
            <a:noFill/>
          </a:ln>
        </p:spPr>
        <p:txBody>
          <a:bodyPr anchorCtr="0" anchor="t" bIns="0" lIns="0" spcFirstLastPara="1" rIns="0" wrap="square" tIns="0">
            <a:spAutoFit/>
          </a:bodyPr>
          <a:lstStyle/>
          <a:p>
            <a:pPr indent="-93345" lvl="0" marL="105410" marR="5080" rtl="0" algn="l">
              <a:lnSpc>
                <a:spcPct val="100000"/>
              </a:lnSpc>
              <a:spcBef>
                <a:spcPts val="0"/>
              </a:spcBef>
              <a:spcAft>
                <a:spcPts val="0"/>
              </a:spcAft>
              <a:buNone/>
            </a:pPr>
            <a:r>
              <a:rPr b="1" lang="en-US" sz="1200">
                <a:solidFill>
                  <a:schemeClr val="dk1"/>
                </a:solidFill>
                <a:latin typeface="Arial"/>
                <a:ea typeface="Arial"/>
                <a:cs typeface="Arial"/>
                <a:sym typeface="Arial"/>
              </a:rPr>
              <a:t>Display  Time</a:t>
            </a:r>
            <a:endParaRPr sz="1200">
              <a:solidFill>
                <a:schemeClr val="dk1"/>
              </a:solidFill>
              <a:latin typeface="Arial"/>
              <a:ea typeface="Arial"/>
              <a:cs typeface="Arial"/>
              <a:sym typeface="Arial"/>
            </a:endParaRPr>
          </a:p>
        </p:txBody>
      </p:sp>
      <p:sp>
        <p:nvSpPr>
          <p:cNvPr id="613" name="Google Shape;613;p63"/>
          <p:cNvSpPr txBox="1"/>
          <p:nvPr/>
        </p:nvSpPr>
        <p:spPr>
          <a:xfrm>
            <a:off x="762711" y="4208017"/>
            <a:ext cx="568960" cy="377190"/>
          </a:xfrm>
          <a:prstGeom prst="rect">
            <a:avLst/>
          </a:prstGeom>
          <a:noFill/>
          <a:ln>
            <a:noFill/>
          </a:ln>
        </p:spPr>
        <p:txBody>
          <a:bodyPr anchorCtr="0" anchor="t" bIns="0" lIns="0" spcFirstLastPara="1" rIns="0" wrap="square" tIns="0">
            <a:spAutoFit/>
          </a:bodyPr>
          <a:lstStyle/>
          <a:p>
            <a:pPr indent="-105410" lvl="0" marL="117475" marR="5080" rtl="0" algn="l">
              <a:lnSpc>
                <a:spcPct val="100000"/>
              </a:lnSpc>
              <a:spcBef>
                <a:spcPts val="0"/>
              </a:spcBef>
              <a:spcAft>
                <a:spcPts val="0"/>
              </a:spcAft>
              <a:buNone/>
            </a:pPr>
            <a:r>
              <a:rPr b="1" lang="en-US" sz="1200">
                <a:solidFill>
                  <a:schemeClr val="dk1"/>
                </a:solidFill>
                <a:latin typeface="Arial"/>
                <a:ea typeface="Arial"/>
                <a:cs typeface="Arial"/>
                <a:sym typeface="Arial"/>
              </a:rPr>
              <a:t>Display  Date</a:t>
            </a:r>
            <a:endParaRPr sz="1200">
              <a:solidFill>
                <a:schemeClr val="dk1"/>
              </a:solidFill>
              <a:latin typeface="Arial"/>
              <a:ea typeface="Arial"/>
              <a:cs typeface="Arial"/>
              <a:sym typeface="Arial"/>
            </a:endParaRPr>
          </a:p>
        </p:txBody>
      </p:sp>
      <p:sp>
        <p:nvSpPr>
          <p:cNvPr id="614" name="Google Shape;614;p63"/>
          <p:cNvSpPr txBox="1"/>
          <p:nvPr/>
        </p:nvSpPr>
        <p:spPr>
          <a:xfrm>
            <a:off x="3703701" y="2282697"/>
            <a:ext cx="494030" cy="377190"/>
          </a:xfrm>
          <a:prstGeom prst="rect">
            <a:avLst/>
          </a:prstGeom>
          <a:noFill/>
          <a:ln>
            <a:noFill/>
          </a:ln>
        </p:spPr>
        <p:txBody>
          <a:bodyPr anchorCtr="0" anchor="t" bIns="0" lIns="0" spcFirstLastPara="1" rIns="0" wrap="square" tIns="0">
            <a:spAutoFit/>
          </a:bodyPr>
          <a:lstStyle/>
          <a:p>
            <a:pPr indent="-56515" lvl="0" marL="68580" marR="5080" rtl="0" algn="l">
              <a:lnSpc>
                <a:spcPct val="100000"/>
              </a:lnSpc>
              <a:spcBef>
                <a:spcPts val="0"/>
              </a:spcBef>
              <a:spcAft>
                <a:spcPts val="0"/>
              </a:spcAft>
              <a:buNone/>
            </a:pPr>
            <a:r>
              <a:rPr b="1" lang="en-US" sz="1200">
                <a:solidFill>
                  <a:schemeClr val="dk1"/>
                </a:solidFill>
                <a:latin typeface="Arial"/>
                <a:ea typeface="Arial"/>
                <a:cs typeface="Arial"/>
                <a:sym typeface="Arial"/>
              </a:rPr>
              <a:t>Adjust  Time</a:t>
            </a:r>
            <a:endParaRPr sz="1200">
              <a:solidFill>
                <a:schemeClr val="dk1"/>
              </a:solidFill>
              <a:latin typeface="Arial"/>
              <a:ea typeface="Arial"/>
              <a:cs typeface="Arial"/>
              <a:sym typeface="Arial"/>
            </a:endParaRPr>
          </a:p>
        </p:txBody>
      </p:sp>
      <p:sp>
        <p:nvSpPr>
          <p:cNvPr id="615" name="Google Shape;615;p63"/>
          <p:cNvSpPr txBox="1"/>
          <p:nvPr/>
        </p:nvSpPr>
        <p:spPr>
          <a:xfrm>
            <a:off x="3672332" y="4204461"/>
            <a:ext cx="494030" cy="377190"/>
          </a:xfrm>
          <a:prstGeom prst="rect">
            <a:avLst/>
          </a:prstGeom>
          <a:noFill/>
          <a:ln>
            <a:noFill/>
          </a:ln>
        </p:spPr>
        <p:txBody>
          <a:bodyPr anchorCtr="0" anchor="t" bIns="0" lIns="0" spcFirstLastPara="1" rIns="0" wrap="square" tIns="0">
            <a:spAutoFit/>
          </a:bodyPr>
          <a:lstStyle/>
          <a:p>
            <a:pPr indent="-68580" lvl="0" marL="80645" marR="5080" rtl="0" algn="l">
              <a:lnSpc>
                <a:spcPct val="100000"/>
              </a:lnSpc>
              <a:spcBef>
                <a:spcPts val="0"/>
              </a:spcBef>
              <a:spcAft>
                <a:spcPts val="0"/>
              </a:spcAft>
              <a:buNone/>
            </a:pPr>
            <a:r>
              <a:rPr b="1" lang="en-US" sz="1200">
                <a:solidFill>
                  <a:schemeClr val="dk1"/>
                </a:solidFill>
                <a:latin typeface="Arial"/>
                <a:ea typeface="Arial"/>
                <a:cs typeface="Arial"/>
                <a:sym typeface="Arial"/>
              </a:rPr>
              <a:t>Adjust  Date</a:t>
            </a:r>
            <a:endParaRPr sz="1200">
              <a:solidFill>
                <a:schemeClr val="dk1"/>
              </a:solidFill>
              <a:latin typeface="Arial"/>
              <a:ea typeface="Arial"/>
              <a:cs typeface="Arial"/>
              <a:sym typeface="Arial"/>
            </a:endParaRPr>
          </a:p>
        </p:txBody>
      </p:sp>
      <p:sp>
        <p:nvSpPr>
          <p:cNvPr id="616" name="Google Shape;616;p63"/>
          <p:cNvSpPr txBox="1"/>
          <p:nvPr/>
        </p:nvSpPr>
        <p:spPr>
          <a:xfrm rot="-5400000">
            <a:off x="-191234" y="3378948"/>
            <a:ext cx="1024890" cy="177800"/>
          </a:xfrm>
          <a:prstGeom prst="rect">
            <a:avLst/>
          </a:prstGeom>
          <a:noFill/>
          <a:ln>
            <a:noFill/>
          </a:ln>
        </p:spPr>
        <p:txBody>
          <a:bodyPr anchorCtr="0" anchor="t" bIns="0" lIns="0" spcFirstLastPara="1" rIns="0" wrap="square" tIns="0">
            <a:spAutoFit/>
          </a:bodyPr>
          <a:lstStyle/>
          <a:p>
            <a:pPr indent="0" lvl="0" marL="12700" marR="0" rtl="0" algn="l">
              <a:lnSpc>
                <a:spcPct val="109166"/>
              </a:lnSpc>
              <a:spcBef>
                <a:spcPts val="0"/>
              </a:spcBef>
              <a:spcAft>
                <a:spcPts val="0"/>
              </a:spcAft>
              <a:buNone/>
            </a:pPr>
            <a:r>
              <a:rPr b="1" lang="en-US" sz="1200">
                <a:solidFill>
                  <a:schemeClr val="dk1"/>
                </a:solidFill>
                <a:latin typeface="Arial"/>
                <a:ea typeface="Arial"/>
                <a:cs typeface="Arial"/>
                <a:sym typeface="Arial"/>
              </a:rPr>
              <a:t>Change Mode</a:t>
            </a:r>
            <a:endParaRPr sz="1200">
              <a:solidFill>
                <a:schemeClr val="dk1"/>
              </a:solidFill>
              <a:latin typeface="Arial"/>
              <a:ea typeface="Arial"/>
              <a:cs typeface="Arial"/>
              <a:sym typeface="Arial"/>
            </a:endParaRPr>
          </a:p>
        </p:txBody>
      </p:sp>
      <p:sp>
        <p:nvSpPr>
          <p:cNvPr id="617" name="Google Shape;617;p63"/>
          <p:cNvSpPr txBox="1"/>
          <p:nvPr/>
        </p:nvSpPr>
        <p:spPr>
          <a:xfrm rot="5400000">
            <a:off x="1318180" y="3341750"/>
            <a:ext cx="1024890" cy="177800"/>
          </a:xfrm>
          <a:prstGeom prst="rect">
            <a:avLst/>
          </a:prstGeom>
          <a:noFill/>
          <a:ln>
            <a:noFill/>
          </a:ln>
        </p:spPr>
        <p:txBody>
          <a:bodyPr anchorCtr="0" anchor="t" bIns="0" lIns="0" spcFirstLastPara="1" rIns="0" wrap="square" tIns="0">
            <a:spAutoFit/>
          </a:bodyPr>
          <a:lstStyle/>
          <a:p>
            <a:pPr indent="0" lvl="0" marL="12700" marR="0" rtl="0" algn="l">
              <a:lnSpc>
                <a:spcPct val="109166"/>
              </a:lnSpc>
              <a:spcBef>
                <a:spcPts val="0"/>
              </a:spcBef>
              <a:spcAft>
                <a:spcPts val="0"/>
              </a:spcAft>
              <a:buNone/>
            </a:pPr>
            <a:r>
              <a:rPr b="1" lang="en-US" sz="1200">
                <a:solidFill>
                  <a:schemeClr val="dk1"/>
                </a:solidFill>
                <a:latin typeface="Arial"/>
                <a:ea typeface="Arial"/>
                <a:cs typeface="Arial"/>
                <a:sym typeface="Arial"/>
              </a:rPr>
              <a:t>Change Mode</a:t>
            </a:r>
            <a:endParaRPr sz="1200">
              <a:solidFill>
                <a:schemeClr val="dk1"/>
              </a:solidFill>
              <a:latin typeface="Arial"/>
              <a:ea typeface="Arial"/>
              <a:cs typeface="Arial"/>
              <a:sym typeface="Arial"/>
            </a:endParaRPr>
          </a:p>
        </p:txBody>
      </p:sp>
      <p:sp>
        <p:nvSpPr>
          <p:cNvPr id="618" name="Google Shape;618;p63"/>
          <p:cNvSpPr txBox="1"/>
          <p:nvPr/>
        </p:nvSpPr>
        <p:spPr>
          <a:xfrm>
            <a:off x="2340355" y="1870202"/>
            <a:ext cx="441959" cy="19431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200">
                <a:solidFill>
                  <a:schemeClr val="dk1"/>
                </a:solidFill>
                <a:latin typeface="Arial"/>
                <a:ea typeface="Arial"/>
                <a:cs typeface="Arial"/>
                <a:sym typeface="Arial"/>
              </a:rPr>
              <a:t>Reset</a:t>
            </a:r>
            <a:endParaRPr sz="1200">
              <a:solidFill>
                <a:schemeClr val="dk1"/>
              </a:solidFill>
              <a:latin typeface="Arial"/>
              <a:ea typeface="Arial"/>
              <a:cs typeface="Arial"/>
              <a:sym typeface="Arial"/>
            </a:endParaRPr>
          </a:p>
        </p:txBody>
      </p:sp>
      <p:sp>
        <p:nvSpPr>
          <p:cNvPr id="619" name="Google Shape;619;p63"/>
          <p:cNvSpPr txBox="1"/>
          <p:nvPr/>
        </p:nvSpPr>
        <p:spPr>
          <a:xfrm>
            <a:off x="2418079" y="2911475"/>
            <a:ext cx="263525" cy="19431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200">
                <a:solidFill>
                  <a:schemeClr val="dk1"/>
                </a:solidFill>
                <a:latin typeface="Arial"/>
                <a:ea typeface="Arial"/>
                <a:cs typeface="Arial"/>
                <a:sym typeface="Arial"/>
              </a:rPr>
              <a:t>Set</a:t>
            </a:r>
            <a:endParaRPr sz="1200">
              <a:solidFill>
                <a:schemeClr val="dk1"/>
              </a:solidFill>
              <a:latin typeface="Arial"/>
              <a:ea typeface="Arial"/>
              <a:cs typeface="Arial"/>
              <a:sym typeface="Arial"/>
            </a:endParaRPr>
          </a:p>
        </p:txBody>
      </p:sp>
      <p:sp>
        <p:nvSpPr>
          <p:cNvPr id="620" name="Google Shape;620;p63"/>
          <p:cNvSpPr txBox="1"/>
          <p:nvPr/>
        </p:nvSpPr>
        <p:spPr>
          <a:xfrm>
            <a:off x="2310764" y="3786885"/>
            <a:ext cx="441959" cy="19431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200">
                <a:solidFill>
                  <a:schemeClr val="dk1"/>
                </a:solidFill>
                <a:latin typeface="Arial"/>
                <a:ea typeface="Arial"/>
                <a:cs typeface="Arial"/>
                <a:sym typeface="Arial"/>
              </a:rPr>
              <a:t>Reset</a:t>
            </a:r>
            <a:endParaRPr sz="1200">
              <a:solidFill>
                <a:schemeClr val="dk1"/>
              </a:solidFill>
              <a:latin typeface="Arial"/>
              <a:ea typeface="Arial"/>
              <a:cs typeface="Arial"/>
              <a:sym typeface="Arial"/>
            </a:endParaRPr>
          </a:p>
        </p:txBody>
      </p:sp>
      <p:sp>
        <p:nvSpPr>
          <p:cNvPr id="621" name="Google Shape;621;p63"/>
          <p:cNvSpPr txBox="1"/>
          <p:nvPr/>
        </p:nvSpPr>
        <p:spPr>
          <a:xfrm>
            <a:off x="2388870" y="4828032"/>
            <a:ext cx="263525" cy="19431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200">
                <a:solidFill>
                  <a:schemeClr val="dk1"/>
                </a:solidFill>
                <a:latin typeface="Arial"/>
                <a:ea typeface="Arial"/>
                <a:cs typeface="Arial"/>
                <a:sym typeface="Arial"/>
              </a:rPr>
              <a:t>Set</a:t>
            </a:r>
            <a:endParaRPr sz="1200">
              <a:solidFill>
                <a:schemeClr val="dk1"/>
              </a:solidFill>
              <a:latin typeface="Arial"/>
              <a:ea typeface="Arial"/>
              <a:cs typeface="Arial"/>
              <a:sym typeface="Arial"/>
            </a:endParaRPr>
          </a:p>
        </p:txBody>
      </p:sp>
      <p:sp>
        <p:nvSpPr>
          <p:cNvPr id="622" name="Google Shape;622;p63"/>
          <p:cNvSpPr/>
          <p:nvPr/>
        </p:nvSpPr>
        <p:spPr>
          <a:xfrm>
            <a:off x="6096761" y="1549146"/>
            <a:ext cx="1219200" cy="695325"/>
          </a:xfrm>
          <a:custGeom>
            <a:rect b="b" l="l" r="r" t="t"/>
            <a:pathLst>
              <a:path extrusionOk="0" h="695325" w="1219200">
                <a:moveTo>
                  <a:pt x="0" y="347471"/>
                </a:moveTo>
                <a:lnTo>
                  <a:pt x="10991" y="281446"/>
                </a:lnTo>
                <a:lnTo>
                  <a:pt x="42604" y="219601"/>
                </a:lnTo>
                <a:lnTo>
                  <a:pt x="92795" y="163103"/>
                </a:lnTo>
                <a:lnTo>
                  <a:pt x="124219" y="137223"/>
                </a:lnTo>
                <a:lnTo>
                  <a:pt x="159520" y="113117"/>
                </a:lnTo>
                <a:lnTo>
                  <a:pt x="198445" y="90930"/>
                </a:lnTo>
                <a:lnTo>
                  <a:pt x="240736" y="70807"/>
                </a:lnTo>
                <a:lnTo>
                  <a:pt x="286139" y="52895"/>
                </a:lnTo>
                <a:lnTo>
                  <a:pt x="334399" y="37340"/>
                </a:lnTo>
                <a:lnTo>
                  <a:pt x="385259" y="24285"/>
                </a:lnTo>
                <a:lnTo>
                  <a:pt x="438465" y="13879"/>
                </a:lnTo>
                <a:lnTo>
                  <a:pt x="493760" y="6265"/>
                </a:lnTo>
                <a:lnTo>
                  <a:pt x="550890" y="1590"/>
                </a:lnTo>
                <a:lnTo>
                  <a:pt x="609599" y="0"/>
                </a:lnTo>
                <a:lnTo>
                  <a:pt x="668309" y="1590"/>
                </a:lnTo>
                <a:lnTo>
                  <a:pt x="725439" y="6265"/>
                </a:lnTo>
                <a:lnTo>
                  <a:pt x="780734" y="13879"/>
                </a:lnTo>
                <a:lnTo>
                  <a:pt x="833940" y="24285"/>
                </a:lnTo>
                <a:lnTo>
                  <a:pt x="884800" y="37340"/>
                </a:lnTo>
                <a:lnTo>
                  <a:pt x="933060" y="52895"/>
                </a:lnTo>
                <a:lnTo>
                  <a:pt x="978463" y="70807"/>
                </a:lnTo>
                <a:lnTo>
                  <a:pt x="1020754" y="90930"/>
                </a:lnTo>
                <a:lnTo>
                  <a:pt x="1059679" y="113117"/>
                </a:lnTo>
                <a:lnTo>
                  <a:pt x="1094980" y="137223"/>
                </a:lnTo>
                <a:lnTo>
                  <a:pt x="1126404" y="163103"/>
                </a:lnTo>
                <a:lnTo>
                  <a:pt x="1153694" y="190611"/>
                </a:lnTo>
                <a:lnTo>
                  <a:pt x="1194851" y="249928"/>
                </a:lnTo>
                <a:lnTo>
                  <a:pt x="1216409" y="314009"/>
                </a:lnTo>
                <a:lnTo>
                  <a:pt x="1219199" y="347471"/>
                </a:lnTo>
                <a:lnTo>
                  <a:pt x="1216409" y="380934"/>
                </a:lnTo>
                <a:lnTo>
                  <a:pt x="1194851" y="445015"/>
                </a:lnTo>
                <a:lnTo>
                  <a:pt x="1153694" y="504332"/>
                </a:lnTo>
                <a:lnTo>
                  <a:pt x="1126404" y="531840"/>
                </a:lnTo>
                <a:lnTo>
                  <a:pt x="1094980" y="557720"/>
                </a:lnTo>
                <a:lnTo>
                  <a:pt x="1059679" y="581826"/>
                </a:lnTo>
                <a:lnTo>
                  <a:pt x="1020754" y="604013"/>
                </a:lnTo>
                <a:lnTo>
                  <a:pt x="978463" y="624136"/>
                </a:lnTo>
                <a:lnTo>
                  <a:pt x="933060" y="642048"/>
                </a:lnTo>
                <a:lnTo>
                  <a:pt x="884800" y="657603"/>
                </a:lnTo>
                <a:lnTo>
                  <a:pt x="833940" y="670658"/>
                </a:lnTo>
                <a:lnTo>
                  <a:pt x="780734" y="681064"/>
                </a:lnTo>
                <a:lnTo>
                  <a:pt x="725439" y="688678"/>
                </a:lnTo>
                <a:lnTo>
                  <a:pt x="668309" y="693353"/>
                </a:lnTo>
                <a:lnTo>
                  <a:pt x="609599" y="694943"/>
                </a:lnTo>
                <a:lnTo>
                  <a:pt x="550890" y="693353"/>
                </a:lnTo>
                <a:lnTo>
                  <a:pt x="493760" y="688678"/>
                </a:lnTo>
                <a:lnTo>
                  <a:pt x="438465" y="681064"/>
                </a:lnTo>
                <a:lnTo>
                  <a:pt x="385259" y="670658"/>
                </a:lnTo>
                <a:lnTo>
                  <a:pt x="334399" y="657603"/>
                </a:lnTo>
                <a:lnTo>
                  <a:pt x="286139" y="642048"/>
                </a:lnTo>
                <a:lnTo>
                  <a:pt x="240736" y="624136"/>
                </a:lnTo>
                <a:lnTo>
                  <a:pt x="198445" y="604013"/>
                </a:lnTo>
                <a:lnTo>
                  <a:pt x="159520" y="581826"/>
                </a:lnTo>
                <a:lnTo>
                  <a:pt x="124219" y="557720"/>
                </a:lnTo>
                <a:lnTo>
                  <a:pt x="92795" y="531840"/>
                </a:lnTo>
                <a:lnTo>
                  <a:pt x="65505" y="504332"/>
                </a:lnTo>
                <a:lnTo>
                  <a:pt x="24348" y="445015"/>
                </a:lnTo>
                <a:lnTo>
                  <a:pt x="2790" y="380934"/>
                </a:lnTo>
                <a:lnTo>
                  <a:pt x="0" y="347471"/>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63"/>
          <p:cNvSpPr txBox="1"/>
          <p:nvPr/>
        </p:nvSpPr>
        <p:spPr>
          <a:xfrm>
            <a:off x="6361303" y="1647825"/>
            <a:ext cx="691515" cy="498475"/>
          </a:xfrm>
          <a:prstGeom prst="rect">
            <a:avLst/>
          </a:prstGeom>
          <a:noFill/>
          <a:ln>
            <a:noFill/>
          </a:ln>
        </p:spPr>
        <p:txBody>
          <a:bodyPr anchorCtr="0" anchor="t" bIns="0" lIns="0" spcFirstLastPara="1" rIns="0" wrap="square" tIns="0">
            <a:spAutoFit/>
          </a:bodyPr>
          <a:lstStyle/>
          <a:p>
            <a:pPr indent="-111760" lvl="0" marL="123825" marR="5080" rtl="0" algn="l">
              <a:lnSpc>
                <a:spcPct val="100000"/>
              </a:lnSpc>
              <a:spcBef>
                <a:spcPts val="0"/>
              </a:spcBef>
              <a:spcAft>
                <a:spcPts val="0"/>
              </a:spcAft>
              <a:buNone/>
            </a:pPr>
            <a:r>
              <a:rPr lang="en-US" sz="1600">
                <a:solidFill>
                  <a:schemeClr val="dk1"/>
                </a:solidFill>
                <a:latin typeface="Arial"/>
                <a:ea typeface="Arial"/>
                <a:cs typeface="Arial"/>
                <a:sym typeface="Arial"/>
              </a:rPr>
              <a:t>Display  Time</a:t>
            </a:r>
            <a:endParaRPr sz="1600">
              <a:solidFill>
                <a:schemeClr val="dk1"/>
              </a:solidFill>
              <a:latin typeface="Arial"/>
              <a:ea typeface="Arial"/>
              <a:cs typeface="Arial"/>
              <a:sym typeface="Arial"/>
            </a:endParaRPr>
          </a:p>
        </p:txBody>
      </p:sp>
      <p:sp>
        <p:nvSpPr>
          <p:cNvPr id="624" name="Google Shape;624;p63"/>
          <p:cNvSpPr/>
          <p:nvPr/>
        </p:nvSpPr>
        <p:spPr>
          <a:xfrm>
            <a:off x="5487161" y="2614422"/>
            <a:ext cx="1219200" cy="695325"/>
          </a:xfrm>
          <a:custGeom>
            <a:rect b="b" l="l" r="r" t="t"/>
            <a:pathLst>
              <a:path extrusionOk="0" h="695325" w="1219200">
                <a:moveTo>
                  <a:pt x="0" y="347472"/>
                </a:moveTo>
                <a:lnTo>
                  <a:pt x="10991" y="281446"/>
                </a:lnTo>
                <a:lnTo>
                  <a:pt x="42604" y="219601"/>
                </a:lnTo>
                <a:lnTo>
                  <a:pt x="92795" y="163103"/>
                </a:lnTo>
                <a:lnTo>
                  <a:pt x="124219" y="137223"/>
                </a:lnTo>
                <a:lnTo>
                  <a:pt x="159520" y="113117"/>
                </a:lnTo>
                <a:lnTo>
                  <a:pt x="198445" y="90930"/>
                </a:lnTo>
                <a:lnTo>
                  <a:pt x="240736" y="70807"/>
                </a:lnTo>
                <a:lnTo>
                  <a:pt x="286139" y="52895"/>
                </a:lnTo>
                <a:lnTo>
                  <a:pt x="334399" y="37340"/>
                </a:lnTo>
                <a:lnTo>
                  <a:pt x="385259" y="24285"/>
                </a:lnTo>
                <a:lnTo>
                  <a:pt x="438465" y="13879"/>
                </a:lnTo>
                <a:lnTo>
                  <a:pt x="493760" y="6265"/>
                </a:lnTo>
                <a:lnTo>
                  <a:pt x="550890" y="1590"/>
                </a:lnTo>
                <a:lnTo>
                  <a:pt x="609600" y="0"/>
                </a:lnTo>
                <a:lnTo>
                  <a:pt x="668309" y="1590"/>
                </a:lnTo>
                <a:lnTo>
                  <a:pt x="725439" y="6265"/>
                </a:lnTo>
                <a:lnTo>
                  <a:pt x="780734" y="13879"/>
                </a:lnTo>
                <a:lnTo>
                  <a:pt x="833940" y="24285"/>
                </a:lnTo>
                <a:lnTo>
                  <a:pt x="884800" y="37340"/>
                </a:lnTo>
                <a:lnTo>
                  <a:pt x="933060" y="52895"/>
                </a:lnTo>
                <a:lnTo>
                  <a:pt x="978463" y="70807"/>
                </a:lnTo>
                <a:lnTo>
                  <a:pt x="1020754" y="90930"/>
                </a:lnTo>
                <a:lnTo>
                  <a:pt x="1059679" y="113117"/>
                </a:lnTo>
                <a:lnTo>
                  <a:pt x="1094980" y="137223"/>
                </a:lnTo>
                <a:lnTo>
                  <a:pt x="1126404" y="163103"/>
                </a:lnTo>
                <a:lnTo>
                  <a:pt x="1153694" y="190611"/>
                </a:lnTo>
                <a:lnTo>
                  <a:pt x="1194851" y="249928"/>
                </a:lnTo>
                <a:lnTo>
                  <a:pt x="1216409" y="314009"/>
                </a:lnTo>
                <a:lnTo>
                  <a:pt x="1219199" y="347472"/>
                </a:lnTo>
                <a:lnTo>
                  <a:pt x="1216409" y="380934"/>
                </a:lnTo>
                <a:lnTo>
                  <a:pt x="1194851" y="445015"/>
                </a:lnTo>
                <a:lnTo>
                  <a:pt x="1153694" y="504332"/>
                </a:lnTo>
                <a:lnTo>
                  <a:pt x="1126404" y="531840"/>
                </a:lnTo>
                <a:lnTo>
                  <a:pt x="1094980" y="557720"/>
                </a:lnTo>
                <a:lnTo>
                  <a:pt x="1059679" y="581826"/>
                </a:lnTo>
                <a:lnTo>
                  <a:pt x="1020754" y="604013"/>
                </a:lnTo>
                <a:lnTo>
                  <a:pt x="978463" y="624136"/>
                </a:lnTo>
                <a:lnTo>
                  <a:pt x="933060" y="642048"/>
                </a:lnTo>
                <a:lnTo>
                  <a:pt x="884800" y="657603"/>
                </a:lnTo>
                <a:lnTo>
                  <a:pt x="833940" y="670658"/>
                </a:lnTo>
                <a:lnTo>
                  <a:pt x="780734" y="681064"/>
                </a:lnTo>
                <a:lnTo>
                  <a:pt x="725439" y="688678"/>
                </a:lnTo>
                <a:lnTo>
                  <a:pt x="668309" y="693353"/>
                </a:lnTo>
                <a:lnTo>
                  <a:pt x="609600" y="694943"/>
                </a:lnTo>
                <a:lnTo>
                  <a:pt x="550890" y="693353"/>
                </a:lnTo>
                <a:lnTo>
                  <a:pt x="493760" y="688678"/>
                </a:lnTo>
                <a:lnTo>
                  <a:pt x="438465" y="681064"/>
                </a:lnTo>
                <a:lnTo>
                  <a:pt x="385259" y="670658"/>
                </a:lnTo>
                <a:lnTo>
                  <a:pt x="334399" y="657603"/>
                </a:lnTo>
                <a:lnTo>
                  <a:pt x="286139" y="642048"/>
                </a:lnTo>
                <a:lnTo>
                  <a:pt x="240736" y="624136"/>
                </a:lnTo>
                <a:lnTo>
                  <a:pt x="198445" y="604013"/>
                </a:lnTo>
                <a:lnTo>
                  <a:pt x="159520" y="581826"/>
                </a:lnTo>
                <a:lnTo>
                  <a:pt x="124219" y="557720"/>
                </a:lnTo>
                <a:lnTo>
                  <a:pt x="92795" y="531840"/>
                </a:lnTo>
                <a:lnTo>
                  <a:pt x="65505" y="504332"/>
                </a:lnTo>
                <a:lnTo>
                  <a:pt x="24348" y="445015"/>
                </a:lnTo>
                <a:lnTo>
                  <a:pt x="2790" y="380934"/>
                </a:lnTo>
                <a:lnTo>
                  <a:pt x="0" y="347472"/>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63"/>
          <p:cNvSpPr txBox="1"/>
          <p:nvPr/>
        </p:nvSpPr>
        <p:spPr>
          <a:xfrm>
            <a:off x="5751321" y="2712465"/>
            <a:ext cx="691515" cy="498475"/>
          </a:xfrm>
          <a:prstGeom prst="rect">
            <a:avLst/>
          </a:prstGeom>
          <a:noFill/>
          <a:ln>
            <a:noFill/>
          </a:ln>
        </p:spPr>
        <p:txBody>
          <a:bodyPr anchorCtr="0" anchor="t" bIns="0" lIns="0" spcFirstLastPara="1" rIns="0" wrap="square" tIns="0">
            <a:spAutoFit/>
          </a:bodyPr>
          <a:lstStyle/>
          <a:p>
            <a:pPr indent="-119380" lvl="0" marL="131445" marR="5080" rtl="0" algn="l">
              <a:lnSpc>
                <a:spcPct val="100000"/>
              </a:lnSpc>
              <a:spcBef>
                <a:spcPts val="0"/>
              </a:spcBef>
              <a:spcAft>
                <a:spcPts val="0"/>
              </a:spcAft>
              <a:buNone/>
            </a:pPr>
            <a:r>
              <a:rPr lang="en-US" sz="1600">
                <a:solidFill>
                  <a:schemeClr val="dk1"/>
                </a:solidFill>
                <a:latin typeface="Arial"/>
                <a:ea typeface="Arial"/>
                <a:cs typeface="Arial"/>
                <a:sym typeface="Arial"/>
              </a:rPr>
              <a:t>Display  Date</a:t>
            </a:r>
            <a:endParaRPr sz="1600">
              <a:solidFill>
                <a:schemeClr val="dk1"/>
              </a:solidFill>
              <a:latin typeface="Arial"/>
              <a:ea typeface="Arial"/>
              <a:cs typeface="Arial"/>
              <a:sym typeface="Arial"/>
            </a:endParaRPr>
          </a:p>
        </p:txBody>
      </p:sp>
      <p:sp>
        <p:nvSpPr>
          <p:cNvPr id="626" name="Google Shape;626;p63"/>
          <p:cNvSpPr/>
          <p:nvPr/>
        </p:nvSpPr>
        <p:spPr>
          <a:xfrm>
            <a:off x="6934961" y="2614422"/>
            <a:ext cx="1219200" cy="695325"/>
          </a:xfrm>
          <a:custGeom>
            <a:rect b="b" l="l" r="r" t="t"/>
            <a:pathLst>
              <a:path extrusionOk="0" h="695325" w="1219200">
                <a:moveTo>
                  <a:pt x="0" y="347472"/>
                </a:moveTo>
                <a:lnTo>
                  <a:pt x="10991" y="281446"/>
                </a:lnTo>
                <a:lnTo>
                  <a:pt x="42604" y="219601"/>
                </a:lnTo>
                <a:lnTo>
                  <a:pt x="92795" y="163103"/>
                </a:lnTo>
                <a:lnTo>
                  <a:pt x="124219" y="137223"/>
                </a:lnTo>
                <a:lnTo>
                  <a:pt x="159520" y="113117"/>
                </a:lnTo>
                <a:lnTo>
                  <a:pt x="198445" y="90930"/>
                </a:lnTo>
                <a:lnTo>
                  <a:pt x="240736" y="70807"/>
                </a:lnTo>
                <a:lnTo>
                  <a:pt x="286139" y="52895"/>
                </a:lnTo>
                <a:lnTo>
                  <a:pt x="334399" y="37340"/>
                </a:lnTo>
                <a:lnTo>
                  <a:pt x="385259" y="24285"/>
                </a:lnTo>
                <a:lnTo>
                  <a:pt x="438465" y="13879"/>
                </a:lnTo>
                <a:lnTo>
                  <a:pt x="493760" y="6265"/>
                </a:lnTo>
                <a:lnTo>
                  <a:pt x="550890" y="1590"/>
                </a:lnTo>
                <a:lnTo>
                  <a:pt x="609600" y="0"/>
                </a:lnTo>
                <a:lnTo>
                  <a:pt x="668309" y="1590"/>
                </a:lnTo>
                <a:lnTo>
                  <a:pt x="725439" y="6265"/>
                </a:lnTo>
                <a:lnTo>
                  <a:pt x="780734" y="13879"/>
                </a:lnTo>
                <a:lnTo>
                  <a:pt x="833940" y="24285"/>
                </a:lnTo>
                <a:lnTo>
                  <a:pt x="884800" y="37340"/>
                </a:lnTo>
                <a:lnTo>
                  <a:pt x="933060" y="52895"/>
                </a:lnTo>
                <a:lnTo>
                  <a:pt x="978463" y="70807"/>
                </a:lnTo>
                <a:lnTo>
                  <a:pt x="1020754" y="90930"/>
                </a:lnTo>
                <a:lnTo>
                  <a:pt x="1059679" y="113117"/>
                </a:lnTo>
                <a:lnTo>
                  <a:pt x="1094980" y="137223"/>
                </a:lnTo>
                <a:lnTo>
                  <a:pt x="1126404" y="163103"/>
                </a:lnTo>
                <a:lnTo>
                  <a:pt x="1153694" y="190611"/>
                </a:lnTo>
                <a:lnTo>
                  <a:pt x="1194851" y="249928"/>
                </a:lnTo>
                <a:lnTo>
                  <a:pt x="1216409" y="314009"/>
                </a:lnTo>
                <a:lnTo>
                  <a:pt x="1219200" y="347472"/>
                </a:lnTo>
                <a:lnTo>
                  <a:pt x="1216409" y="380934"/>
                </a:lnTo>
                <a:lnTo>
                  <a:pt x="1194851" y="445015"/>
                </a:lnTo>
                <a:lnTo>
                  <a:pt x="1153694" y="504332"/>
                </a:lnTo>
                <a:lnTo>
                  <a:pt x="1126404" y="531840"/>
                </a:lnTo>
                <a:lnTo>
                  <a:pt x="1094980" y="557720"/>
                </a:lnTo>
                <a:lnTo>
                  <a:pt x="1059679" y="581826"/>
                </a:lnTo>
                <a:lnTo>
                  <a:pt x="1020754" y="604013"/>
                </a:lnTo>
                <a:lnTo>
                  <a:pt x="978463" y="624136"/>
                </a:lnTo>
                <a:lnTo>
                  <a:pt x="933060" y="642048"/>
                </a:lnTo>
                <a:lnTo>
                  <a:pt x="884800" y="657603"/>
                </a:lnTo>
                <a:lnTo>
                  <a:pt x="833940" y="670658"/>
                </a:lnTo>
                <a:lnTo>
                  <a:pt x="780734" y="681064"/>
                </a:lnTo>
                <a:lnTo>
                  <a:pt x="725439" y="688678"/>
                </a:lnTo>
                <a:lnTo>
                  <a:pt x="668309" y="693353"/>
                </a:lnTo>
                <a:lnTo>
                  <a:pt x="609600" y="694943"/>
                </a:lnTo>
                <a:lnTo>
                  <a:pt x="550890" y="693353"/>
                </a:lnTo>
                <a:lnTo>
                  <a:pt x="493760" y="688678"/>
                </a:lnTo>
                <a:lnTo>
                  <a:pt x="438465" y="681064"/>
                </a:lnTo>
                <a:lnTo>
                  <a:pt x="385259" y="670658"/>
                </a:lnTo>
                <a:lnTo>
                  <a:pt x="334399" y="657603"/>
                </a:lnTo>
                <a:lnTo>
                  <a:pt x="286139" y="642048"/>
                </a:lnTo>
                <a:lnTo>
                  <a:pt x="240736" y="624136"/>
                </a:lnTo>
                <a:lnTo>
                  <a:pt x="198445" y="604013"/>
                </a:lnTo>
                <a:lnTo>
                  <a:pt x="159520" y="581826"/>
                </a:lnTo>
                <a:lnTo>
                  <a:pt x="124219" y="557720"/>
                </a:lnTo>
                <a:lnTo>
                  <a:pt x="92795" y="531840"/>
                </a:lnTo>
                <a:lnTo>
                  <a:pt x="65505" y="504332"/>
                </a:lnTo>
                <a:lnTo>
                  <a:pt x="24348" y="445015"/>
                </a:lnTo>
                <a:lnTo>
                  <a:pt x="2790" y="380934"/>
                </a:lnTo>
                <a:lnTo>
                  <a:pt x="0" y="347472"/>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63"/>
          <p:cNvSpPr txBox="1"/>
          <p:nvPr/>
        </p:nvSpPr>
        <p:spPr>
          <a:xfrm>
            <a:off x="7249794" y="2712465"/>
            <a:ext cx="590550" cy="498475"/>
          </a:xfrm>
          <a:prstGeom prst="rect">
            <a:avLst/>
          </a:prstGeom>
          <a:noFill/>
          <a:ln>
            <a:noFill/>
          </a:ln>
        </p:spPr>
        <p:txBody>
          <a:bodyPr anchorCtr="0" anchor="t" bIns="0" lIns="0" spcFirstLastPara="1" rIns="0" wrap="square" tIns="0">
            <a:spAutoFit/>
          </a:bodyPr>
          <a:lstStyle/>
          <a:p>
            <a:pPr indent="-60960" lvl="0" marL="73025" marR="5080" rtl="0" algn="l">
              <a:lnSpc>
                <a:spcPct val="100000"/>
              </a:lnSpc>
              <a:spcBef>
                <a:spcPts val="0"/>
              </a:spcBef>
              <a:spcAft>
                <a:spcPts val="0"/>
              </a:spcAft>
              <a:buNone/>
            </a:pPr>
            <a:r>
              <a:rPr lang="en-US" sz="1600">
                <a:solidFill>
                  <a:schemeClr val="dk1"/>
                </a:solidFill>
                <a:latin typeface="Arial"/>
                <a:ea typeface="Arial"/>
                <a:cs typeface="Arial"/>
                <a:sym typeface="Arial"/>
              </a:rPr>
              <a:t>Adjust  Time</a:t>
            </a:r>
            <a:endParaRPr sz="1600">
              <a:solidFill>
                <a:schemeClr val="dk1"/>
              </a:solidFill>
              <a:latin typeface="Arial"/>
              <a:ea typeface="Arial"/>
              <a:cs typeface="Arial"/>
              <a:sym typeface="Arial"/>
            </a:endParaRPr>
          </a:p>
        </p:txBody>
      </p:sp>
      <p:sp>
        <p:nvSpPr>
          <p:cNvPr id="628" name="Google Shape;628;p63"/>
          <p:cNvSpPr/>
          <p:nvPr/>
        </p:nvSpPr>
        <p:spPr>
          <a:xfrm>
            <a:off x="4748021" y="3626358"/>
            <a:ext cx="1219200" cy="695325"/>
          </a:xfrm>
          <a:custGeom>
            <a:rect b="b" l="l" r="r" t="t"/>
            <a:pathLst>
              <a:path extrusionOk="0" h="695325" w="1219200">
                <a:moveTo>
                  <a:pt x="0" y="347472"/>
                </a:moveTo>
                <a:lnTo>
                  <a:pt x="10991" y="281446"/>
                </a:lnTo>
                <a:lnTo>
                  <a:pt x="42604" y="219601"/>
                </a:lnTo>
                <a:lnTo>
                  <a:pt x="92795" y="163103"/>
                </a:lnTo>
                <a:lnTo>
                  <a:pt x="124219" y="137223"/>
                </a:lnTo>
                <a:lnTo>
                  <a:pt x="159520" y="113117"/>
                </a:lnTo>
                <a:lnTo>
                  <a:pt x="198445" y="90930"/>
                </a:lnTo>
                <a:lnTo>
                  <a:pt x="240736" y="70807"/>
                </a:lnTo>
                <a:lnTo>
                  <a:pt x="286139" y="52895"/>
                </a:lnTo>
                <a:lnTo>
                  <a:pt x="334399" y="37340"/>
                </a:lnTo>
                <a:lnTo>
                  <a:pt x="385259" y="24285"/>
                </a:lnTo>
                <a:lnTo>
                  <a:pt x="438465" y="13879"/>
                </a:lnTo>
                <a:lnTo>
                  <a:pt x="493760" y="6265"/>
                </a:lnTo>
                <a:lnTo>
                  <a:pt x="550890" y="1590"/>
                </a:lnTo>
                <a:lnTo>
                  <a:pt x="609600" y="0"/>
                </a:lnTo>
                <a:lnTo>
                  <a:pt x="668309" y="1590"/>
                </a:lnTo>
                <a:lnTo>
                  <a:pt x="725439" y="6265"/>
                </a:lnTo>
                <a:lnTo>
                  <a:pt x="780734" y="13879"/>
                </a:lnTo>
                <a:lnTo>
                  <a:pt x="833940" y="24285"/>
                </a:lnTo>
                <a:lnTo>
                  <a:pt x="884800" y="37340"/>
                </a:lnTo>
                <a:lnTo>
                  <a:pt x="933060" y="52895"/>
                </a:lnTo>
                <a:lnTo>
                  <a:pt x="978463" y="70807"/>
                </a:lnTo>
                <a:lnTo>
                  <a:pt x="1020754" y="90930"/>
                </a:lnTo>
                <a:lnTo>
                  <a:pt x="1059679" y="113117"/>
                </a:lnTo>
                <a:lnTo>
                  <a:pt x="1094980" y="137223"/>
                </a:lnTo>
                <a:lnTo>
                  <a:pt x="1126404" y="163103"/>
                </a:lnTo>
                <a:lnTo>
                  <a:pt x="1153694" y="190611"/>
                </a:lnTo>
                <a:lnTo>
                  <a:pt x="1194851" y="249928"/>
                </a:lnTo>
                <a:lnTo>
                  <a:pt x="1216409" y="314009"/>
                </a:lnTo>
                <a:lnTo>
                  <a:pt x="1219200" y="347472"/>
                </a:lnTo>
                <a:lnTo>
                  <a:pt x="1216409" y="380934"/>
                </a:lnTo>
                <a:lnTo>
                  <a:pt x="1194851" y="445015"/>
                </a:lnTo>
                <a:lnTo>
                  <a:pt x="1153694" y="504332"/>
                </a:lnTo>
                <a:lnTo>
                  <a:pt x="1126404" y="531840"/>
                </a:lnTo>
                <a:lnTo>
                  <a:pt x="1094980" y="557720"/>
                </a:lnTo>
                <a:lnTo>
                  <a:pt x="1059679" y="581826"/>
                </a:lnTo>
                <a:lnTo>
                  <a:pt x="1020754" y="604013"/>
                </a:lnTo>
                <a:lnTo>
                  <a:pt x="978463" y="624136"/>
                </a:lnTo>
                <a:lnTo>
                  <a:pt x="933060" y="642048"/>
                </a:lnTo>
                <a:lnTo>
                  <a:pt x="884800" y="657603"/>
                </a:lnTo>
                <a:lnTo>
                  <a:pt x="833940" y="670658"/>
                </a:lnTo>
                <a:lnTo>
                  <a:pt x="780734" y="681064"/>
                </a:lnTo>
                <a:lnTo>
                  <a:pt x="725439" y="688678"/>
                </a:lnTo>
                <a:lnTo>
                  <a:pt x="668309" y="693353"/>
                </a:lnTo>
                <a:lnTo>
                  <a:pt x="609600" y="694944"/>
                </a:lnTo>
                <a:lnTo>
                  <a:pt x="550890" y="693353"/>
                </a:lnTo>
                <a:lnTo>
                  <a:pt x="493760" y="688678"/>
                </a:lnTo>
                <a:lnTo>
                  <a:pt x="438465" y="681064"/>
                </a:lnTo>
                <a:lnTo>
                  <a:pt x="385259" y="670658"/>
                </a:lnTo>
                <a:lnTo>
                  <a:pt x="334399" y="657603"/>
                </a:lnTo>
                <a:lnTo>
                  <a:pt x="286139" y="642048"/>
                </a:lnTo>
                <a:lnTo>
                  <a:pt x="240736" y="624136"/>
                </a:lnTo>
                <a:lnTo>
                  <a:pt x="198445" y="604013"/>
                </a:lnTo>
                <a:lnTo>
                  <a:pt x="159520" y="581826"/>
                </a:lnTo>
                <a:lnTo>
                  <a:pt x="124219" y="557720"/>
                </a:lnTo>
                <a:lnTo>
                  <a:pt x="92795" y="531840"/>
                </a:lnTo>
                <a:lnTo>
                  <a:pt x="65505" y="504332"/>
                </a:lnTo>
                <a:lnTo>
                  <a:pt x="24348" y="445015"/>
                </a:lnTo>
                <a:lnTo>
                  <a:pt x="2790" y="380934"/>
                </a:lnTo>
                <a:lnTo>
                  <a:pt x="0" y="347472"/>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63"/>
          <p:cNvSpPr txBox="1"/>
          <p:nvPr/>
        </p:nvSpPr>
        <p:spPr>
          <a:xfrm>
            <a:off x="5011673" y="3725036"/>
            <a:ext cx="692150" cy="49910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600">
                <a:solidFill>
                  <a:schemeClr val="dk1"/>
                </a:solidFill>
                <a:latin typeface="Arial"/>
                <a:ea typeface="Arial"/>
                <a:cs typeface="Arial"/>
                <a:sym typeface="Arial"/>
              </a:rPr>
              <a:t>Display</a:t>
            </a:r>
            <a:endParaRPr sz="1600">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lang="en-US" sz="1600">
                <a:solidFill>
                  <a:schemeClr val="dk1"/>
                </a:solidFill>
                <a:latin typeface="Arial"/>
                <a:ea typeface="Arial"/>
                <a:cs typeface="Arial"/>
                <a:sym typeface="Arial"/>
              </a:rPr>
              <a:t>Time</a:t>
            </a:r>
            <a:endParaRPr sz="1600">
              <a:solidFill>
                <a:schemeClr val="dk1"/>
              </a:solidFill>
              <a:latin typeface="Arial"/>
              <a:ea typeface="Arial"/>
              <a:cs typeface="Arial"/>
              <a:sym typeface="Arial"/>
            </a:endParaRPr>
          </a:p>
        </p:txBody>
      </p:sp>
      <p:sp>
        <p:nvSpPr>
          <p:cNvPr id="630" name="Google Shape;630;p63"/>
          <p:cNvSpPr/>
          <p:nvPr/>
        </p:nvSpPr>
        <p:spPr>
          <a:xfrm>
            <a:off x="7696961" y="3626358"/>
            <a:ext cx="1219200" cy="695325"/>
          </a:xfrm>
          <a:custGeom>
            <a:rect b="b" l="l" r="r" t="t"/>
            <a:pathLst>
              <a:path extrusionOk="0" h="695325" w="1219200">
                <a:moveTo>
                  <a:pt x="0" y="347472"/>
                </a:moveTo>
                <a:lnTo>
                  <a:pt x="10991" y="281446"/>
                </a:lnTo>
                <a:lnTo>
                  <a:pt x="42604" y="219601"/>
                </a:lnTo>
                <a:lnTo>
                  <a:pt x="92795" y="163103"/>
                </a:lnTo>
                <a:lnTo>
                  <a:pt x="124219" y="137223"/>
                </a:lnTo>
                <a:lnTo>
                  <a:pt x="159520" y="113117"/>
                </a:lnTo>
                <a:lnTo>
                  <a:pt x="198445" y="90930"/>
                </a:lnTo>
                <a:lnTo>
                  <a:pt x="240736" y="70807"/>
                </a:lnTo>
                <a:lnTo>
                  <a:pt x="286139" y="52895"/>
                </a:lnTo>
                <a:lnTo>
                  <a:pt x="334399" y="37340"/>
                </a:lnTo>
                <a:lnTo>
                  <a:pt x="385259" y="24285"/>
                </a:lnTo>
                <a:lnTo>
                  <a:pt x="438465" y="13879"/>
                </a:lnTo>
                <a:lnTo>
                  <a:pt x="493760" y="6265"/>
                </a:lnTo>
                <a:lnTo>
                  <a:pt x="550890" y="1590"/>
                </a:lnTo>
                <a:lnTo>
                  <a:pt x="609600" y="0"/>
                </a:lnTo>
                <a:lnTo>
                  <a:pt x="668309" y="1590"/>
                </a:lnTo>
                <a:lnTo>
                  <a:pt x="725439" y="6265"/>
                </a:lnTo>
                <a:lnTo>
                  <a:pt x="780734" y="13879"/>
                </a:lnTo>
                <a:lnTo>
                  <a:pt x="833940" y="24285"/>
                </a:lnTo>
                <a:lnTo>
                  <a:pt x="884800" y="37340"/>
                </a:lnTo>
                <a:lnTo>
                  <a:pt x="933060" y="52895"/>
                </a:lnTo>
                <a:lnTo>
                  <a:pt x="978463" y="70807"/>
                </a:lnTo>
                <a:lnTo>
                  <a:pt x="1020754" y="90930"/>
                </a:lnTo>
                <a:lnTo>
                  <a:pt x="1059679" y="113117"/>
                </a:lnTo>
                <a:lnTo>
                  <a:pt x="1094980" y="137223"/>
                </a:lnTo>
                <a:lnTo>
                  <a:pt x="1126404" y="163103"/>
                </a:lnTo>
                <a:lnTo>
                  <a:pt x="1153694" y="190611"/>
                </a:lnTo>
                <a:lnTo>
                  <a:pt x="1194851" y="249928"/>
                </a:lnTo>
                <a:lnTo>
                  <a:pt x="1216409" y="314009"/>
                </a:lnTo>
                <a:lnTo>
                  <a:pt x="1219200" y="347472"/>
                </a:lnTo>
                <a:lnTo>
                  <a:pt x="1216409" y="380934"/>
                </a:lnTo>
                <a:lnTo>
                  <a:pt x="1194851" y="445015"/>
                </a:lnTo>
                <a:lnTo>
                  <a:pt x="1153694" y="504332"/>
                </a:lnTo>
                <a:lnTo>
                  <a:pt x="1126404" y="531840"/>
                </a:lnTo>
                <a:lnTo>
                  <a:pt x="1094980" y="557720"/>
                </a:lnTo>
                <a:lnTo>
                  <a:pt x="1059679" y="581826"/>
                </a:lnTo>
                <a:lnTo>
                  <a:pt x="1020754" y="604013"/>
                </a:lnTo>
                <a:lnTo>
                  <a:pt x="978463" y="624136"/>
                </a:lnTo>
                <a:lnTo>
                  <a:pt x="933060" y="642048"/>
                </a:lnTo>
                <a:lnTo>
                  <a:pt x="884800" y="657603"/>
                </a:lnTo>
                <a:lnTo>
                  <a:pt x="833940" y="670658"/>
                </a:lnTo>
                <a:lnTo>
                  <a:pt x="780734" y="681064"/>
                </a:lnTo>
                <a:lnTo>
                  <a:pt x="725439" y="688678"/>
                </a:lnTo>
                <a:lnTo>
                  <a:pt x="668309" y="693353"/>
                </a:lnTo>
                <a:lnTo>
                  <a:pt x="609600" y="694944"/>
                </a:lnTo>
                <a:lnTo>
                  <a:pt x="550890" y="693353"/>
                </a:lnTo>
                <a:lnTo>
                  <a:pt x="493760" y="688678"/>
                </a:lnTo>
                <a:lnTo>
                  <a:pt x="438465" y="681064"/>
                </a:lnTo>
                <a:lnTo>
                  <a:pt x="385259" y="670658"/>
                </a:lnTo>
                <a:lnTo>
                  <a:pt x="334399" y="657603"/>
                </a:lnTo>
                <a:lnTo>
                  <a:pt x="286139" y="642048"/>
                </a:lnTo>
                <a:lnTo>
                  <a:pt x="240736" y="624136"/>
                </a:lnTo>
                <a:lnTo>
                  <a:pt x="198445" y="604013"/>
                </a:lnTo>
                <a:lnTo>
                  <a:pt x="159520" y="581826"/>
                </a:lnTo>
                <a:lnTo>
                  <a:pt x="124219" y="557720"/>
                </a:lnTo>
                <a:lnTo>
                  <a:pt x="92795" y="531840"/>
                </a:lnTo>
                <a:lnTo>
                  <a:pt x="65505" y="504332"/>
                </a:lnTo>
                <a:lnTo>
                  <a:pt x="24348" y="445015"/>
                </a:lnTo>
                <a:lnTo>
                  <a:pt x="2790" y="380934"/>
                </a:lnTo>
                <a:lnTo>
                  <a:pt x="0" y="347472"/>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63"/>
          <p:cNvSpPr txBox="1"/>
          <p:nvPr/>
        </p:nvSpPr>
        <p:spPr>
          <a:xfrm>
            <a:off x="7961503" y="3725036"/>
            <a:ext cx="692150" cy="49910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600">
                <a:solidFill>
                  <a:schemeClr val="dk1"/>
                </a:solidFill>
                <a:latin typeface="Arial"/>
                <a:ea typeface="Arial"/>
                <a:cs typeface="Arial"/>
                <a:sym typeface="Arial"/>
              </a:rPr>
              <a:t>Display</a:t>
            </a:r>
            <a:endParaRPr sz="1600">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lang="en-US" sz="1600">
                <a:solidFill>
                  <a:schemeClr val="dk1"/>
                </a:solidFill>
                <a:latin typeface="Arial"/>
                <a:ea typeface="Arial"/>
                <a:cs typeface="Arial"/>
                <a:sym typeface="Arial"/>
              </a:rPr>
              <a:t>Time</a:t>
            </a:r>
            <a:endParaRPr sz="1600">
              <a:solidFill>
                <a:schemeClr val="dk1"/>
              </a:solidFill>
              <a:latin typeface="Arial"/>
              <a:ea typeface="Arial"/>
              <a:cs typeface="Arial"/>
              <a:sym typeface="Arial"/>
            </a:endParaRPr>
          </a:p>
        </p:txBody>
      </p:sp>
      <p:sp>
        <p:nvSpPr>
          <p:cNvPr id="632" name="Google Shape;632;p63"/>
          <p:cNvSpPr/>
          <p:nvPr/>
        </p:nvSpPr>
        <p:spPr>
          <a:xfrm>
            <a:off x="6230873" y="3621785"/>
            <a:ext cx="1219200" cy="695325"/>
          </a:xfrm>
          <a:custGeom>
            <a:rect b="b" l="l" r="r" t="t"/>
            <a:pathLst>
              <a:path extrusionOk="0" h="695325" w="1219200">
                <a:moveTo>
                  <a:pt x="0" y="347471"/>
                </a:moveTo>
                <a:lnTo>
                  <a:pt x="10991" y="281446"/>
                </a:lnTo>
                <a:lnTo>
                  <a:pt x="42604" y="219601"/>
                </a:lnTo>
                <a:lnTo>
                  <a:pt x="92795" y="163103"/>
                </a:lnTo>
                <a:lnTo>
                  <a:pt x="124219" y="137223"/>
                </a:lnTo>
                <a:lnTo>
                  <a:pt x="159520" y="113117"/>
                </a:lnTo>
                <a:lnTo>
                  <a:pt x="198445" y="90930"/>
                </a:lnTo>
                <a:lnTo>
                  <a:pt x="240736" y="70807"/>
                </a:lnTo>
                <a:lnTo>
                  <a:pt x="286139" y="52895"/>
                </a:lnTo>
                <a:lnTo>
                  <a:pt x="334399" y="37340"/>
                </a:lnTo>
                <a:lnTo>
                  <a:pt x="385259" y="24285"/>
                </a:lnTo>
                <a:lnTo>
                  <a:pt x="438465" y="13879"/>
                </a:lnTo>
                <a:lnTo>
                  <a:pt x="493760" y="6265"/>
                </a:lnTo>
                <a:lnTo>
                  <a:pt x="550890" y="1590"/>
                </a:lnTo>
                <a:lnTo>
                  <a:pt x="609600" y="0"/>
                </a:lnTo>
                <a:lnTo>
                  <a:pt x="668309" y="1590"/>
                </a:lnTo>
                <a:lnTo>
                  <a:pt x="725439" y="6265"/>
                </a:lnTo>
                <a:lnTo>
                  <a:pt x="780734" y="13879"/>
                </a:lnTo>
                <a:lnTo>
                  <a:pt x="833940" y="24285"/>
                </a:lnTo>
                <a:lnTo>
                  <a:pt x="884800" y="37340"/>
                </a:lnTo>
                <a:lnTo>
                  <a:pt x="933060" y="52895"/>
                </a:lnTo>
                <a:lnTo>
                  <a:pt x="978463" y="70807"/>
                </a:lnTo>
                <a:lnTo>
                  <a:pt x="1020754" y="90930"/>
                </a:lnTo>
                <a:lnTo>
                  <a:pt x="1059679" y="113117"/>
                </a:lnTo>
                <a:lnTo>
                  <a:pt x="1094980" y="137223"/>
                </a:lnTo>
                <a:lnTo>
                  <a:pt x="1126404" y="163103"/>
                </a:lnTo>
                <a:lnTo>
                  <a:pt x="1153694" y="190611"/>
                </a:lnTo>
                <a:lnTo>
                  <a:pt x="1194851" y="249928"/>
                </a:lnTo>
                <a:lnTo>
                  <a:pt x="1216409" y="314009"/>
                </a:lnTo>
                <a:lnTo>
                  <a:pt x="1219200" y="347471"/>
                </a:lnTo>
                <a:lnTo>
                  <a:pt x="1216409" y="380934"/>
                </a:lnTo>
                <a:lnTo>
                  <a:pt x="1194851" y="445015"/>
                </a:lnTo>
                <a:lnTo>
                  <a:pt x="1153694" y="504332"/>
                </a:lnTo>
                <a:lnTo>
                  <a:pt x="1126404" y="531840"/>
                </a:lnTo>
                <a:lnTo>
                  <a:pt x="1094980" y="557720"/>
                </a:lnTo>
                <a:lnTo>
                  <a:pt x="1059679" y="581826"/>
                </a:lnTo>
                <a:lnTo>
                  <a:pt x="1020754" y="604013"/>
                </a:lnTo>
                <a:lnTo>
                  <a:pt x="978463" y="624136"/>
                </a:lnTo>
                <a:lnTo>
                  <a:pt x="933060" y="642048"/>
                </a:lnTo>
                <a:lnTo>
                  <a:pt x="884800" y="657603"/>
                </a:lnTo>
                <a:lnTo>
                  <a:pt x="833940" y="670658"/>
                </a:lnTo>
                <a:lnTo>
                  <a:pt x="780734" y="681064"/>
                </a:lnTo>
                <a:lnTo>
                  <a:pt x="725439" y="688678"/>
                </a:lnTo>
                <a:lnTo>
                  <a:pt x="668309" y="693353"/>
                </a:lnTo>
                <a:lnTo>
                  <a:pt x="609600" y="694944"/>
                </a:lnTo>
                <a:lnTo>
                  <a:pt x="550890" y="693353"/>
                </a:lnTo>
                <a:lnTo>
                  <a:pt x="493760" y="688678"/>
                </a:lnTo>
                <a:lnTo>
                  <a:pt x="438465" y="681064"/>
                </a:lnTo>
                <a:lnTo>
                  <a:pt x="385259" y="670658"/>
                </a:lnTo>
                <a:lnTo>
                  <a:pt x="334399" y="657603"/>
                </a:lnTo>
                <a:lnTo>
                  <a:pt x="286139" y="642048"/>
                </a:lnTo>
                <a:lnTo>
                  <a:pt x="240736" y="624136"/>
                </a:lnTo>
                <a:lnTo>
                  <a:pt x="198445" y="604013"/>
                </a:lnTo>
                <a:lnTo>
                  <a:pt x="159520" y="581826"/>
                </a:lnTo>
                <a:lnTo>
                  <a:pt x="124219" y="557720"/>
                </a:lnTo>
                <a:lnTo>
                  <a:pt x="92795" y="531840"/>
                </a:lnTo>
                <a:lnTo>
                  <a:pt x="65505" y="504332"/>
                </a:lnTo>
                <a:lnTo>
                  <a:pt x="24348" y="445015"/>
                </a:lnTo>
                <a:lnTo>
                  <a:pt x="2790" y="380934"/>
                </a:lnTo>
                <a:lnTo>
                  <a:pt x="0" y="347471"/>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63"/>
          <p:cNvSpPr txBox="1"/>
          <p:nvPr/>
        </p:nvSpPr>
        <p:spPr>
          <a:xfrm>
            <a:off x="6544818" y="3720845"/>
            <a:ext cx="591820" cy="498475"/>
          </a:xfrm>
          <a:prstGeom prst="rect">
            <a:avLst/>
          </a:prstGeom>
          <a:noFill/>
          <a:ln>
            <a:noFill/>
          </a:ln>
        </p:spPr>
        <p:txBody>
          <a:bodyPr anchorCtr="0" anchor="t" bIns="0" lIns="0" spcFirstLastPara="1" rIns="0" wrap="square" tIns="0">
            <a:spAutoFit/>
          </a:bodyPr>
          <a:lstStyle/>
          <a:p>
            <a:pPr indent="-68580" lvl="0" marL="80645" marR="5080" rtl="0" algn="l">
              <a:lnSpc>
                <a:spcPct val="100000"/>
              </a:lnSpc>
              <a:spcBef>
                <a:spcPts val="0"/>
              </a:spcBef>
              <a:spcAft>
                <a:spcPts val="0"/>
              </a:spcAft>
              <a:buNone/>
            </a:pPr>
            <a:r>
              <a:rPr lang="en-US" sz="1600">
                <a:solidFill>
                  <a:schemeClr val="dk1"/>
                </a:solidFill>
                <a:latin typeface="Arial"/>
                <a:ea typeface="Arial"/>
                <a:cs typeface="Arial"/>
                <a:sym typeface="Arial"/>
              </a:rPr>
              <a:t>Adjust  Date</a:t>
            </a:r>
            <a:endParaRPr sz="1600">
              <a:solidFill>
                <a:schemeClr val="dk1"/>
              </a:solidFill>
              <a:latin typeface="Arial"/>
              <a:ea typeface="Arial"/>
              <a:cs typeface="Arial"/>
              <a:sym typeface="Arial"/>
            </a:endParaRPr>
          </a:p>
        </p:txBody>
      </p:sp>
      <p:sp>
        <p:nvSpPr>
          <p:cNvPr id="634" name="Google Shape;634;p63"/>
          <p:cNvSpPr/>
          <p:nvPr/>
        </p:nvSpPr>
        <p:spPr>
          <a:xfrm>
            <a:off x="6198870" y="4792217"/>
            <a:ext cx="1219200" cy="695325"/>
          </a:xfrm>
          <a:custGeom>
            <a:rect b="b" l="l" r="r" t="t"/>
            <a:pathLst>
              <a:path extrusionOk="0" h="695325" w="1219200">
                <a:moveTo>
                  <a:pt x="0" y="347471"/>
                </a:moveTo>
                <a:lnTo>
                  <a:pt x="10991" y="281446"/>
                </a:lnTo>
                <a:lnTo>
                  <a:pt x="42604" y="219601"/>
                </a:lnTo>
                <a:lnTo>
                  <a:pt x="92795" y="163103"/>
                </a:lnTo>
                <a:lnTo>
                  <a:pt x="124219" y="137223"/>
                </a:lnTo>
                <a:lnTo>
                  <a:pt x="159520" y="113117"/>
                </a:lnTo>
                <a:lnTo>
                  <a:pt x="198445" y="90930"/>
                </a:lnTo>
                <a:lnTo>
                  <a:pt x="240736" y="70807"/>
                </a:lnTo>
                <a:lnTo>
                  <a:pt x="286139" y="52895"/>
                </a:lnTo>
                <a:lnTo>
                  <a:pt x="334399" y="37340"/>
                </a:lnTo>
                <a:lnTo>
                  <a:pt x="385259" y="24285"/>
                </a:lnTo>
                <a:lnTo>
                  <a:pt x="438465" y="13879"/>
                </a:lnTo>
                <a:lnTo>
                  <a:pt x="493760" y="6265"/>
                </a:lnTo>
                <a:lnTo>
                  <a:pt x="550890" y="1590"/>
                </a:lnTo>
                <a:lnTo>
                  <a:pt x="609600" y="0"/>
                </a:lnTo>
                <a:lnTo>
                  <a:pt x="668309" y="1590"/>
                </a:lnTo>
                <a:lnTo>
                  <a:pt x="725439" y="6265"/>
                </a:lnTo>
                <a:lnTo>
                  <a:pt x="780734" y="13879"/>
                </a:lnTo>
                <a:lnTo>
                  <a:pt x="833940" y="24285"/>
                </a:lnTo>
                <a:lnTo>
                  <a:pt x="884800" y="37340"/>
                </a:lnTo>
                <a:lnTo>
                  <a:pt x="933060" y="52895"/>
                </a:lnTo>
                <a:lnTo>
                  <a:pt x="978463" y="70807"/>
                </a:lnTo>
                <a:lnTo>
                  <a:pt x="1020754" y="90930"/>
                </a:lnTo>
                <a:lnTo>
                  <a:pt x="1059679" y="113117"/>
                </a:lnTo>
                <a:lnTo>
                  <a:pt x="1094980" y="137223"/>
                </a:lnTo>
                <a:lnTo>
                  <a:pt x="1126404" y="163103"/>
                </a:lnTo>
                <a:lnTo>
                  <a:pt x="1153694" y="190611"/>
                </a:lnTo>
                <a:lnTo>
                  <a:pt x="1194851" y="249928"/>
                </a:lnTo>
                <a:lnTo>
                  <a:pt x="1216409" y="314009"/>
                </a:lnTo>
                <a:lnTo>
                  <a:pt x="1219200" y="347471"/>
                </a:lnTo>
                <a:lnTo>
                  <a:pt x="1216409" y="380934"/>
                </a:lnTo>
                <a:lnTo>
                  <a:pt x="1194851" y="445015"/>
                </a:lnTo>
                <a:lnTo>
                  <a:pt x="1153694" y="504332"/>
                </a:lnTo>
                <a:lnTo>
                  <a:pt x="1126404" y="531840"/>
                </a:lnTo>
                <a:lnTo>
                  <a:pt x="1094980" y="557720"/>
                </a:lnTo>
                <a:lnTo>
                  <a:pt x="1059679" y="581826"/>
                </a:lnTo>
                <a:lnTo>
                  <a:pt x="1020754" y="604013"/>
                </a:lnTo>
                <a:lnTo>
                  <a:pt x="978463" y="624136"/>
                </a:lnTo>
                <a:lnTo>
                  <a:pt x="933060" y="642048"/>
                </a:lnTo>
                <a:lnTo>
                  <a:pt x="884800" y="657603"/>
                </a:lnTo>
                <a:lnTo>
                  <a:pt x="833940" y="670658"/>
                </a:lnTo>
                <a:lnTo>
                  <a:pt x="780734" y="681064"/>
                </a:lnTo>
                <a:lnTo>
                  <a:pt x="725439" y="688678"/>
                </a:lnTo>
                <a:lnTo>
                  <a:pt x="668309" y="693353"/>
                </a:lnTo>
                <a:lnTo>
                  <a:pt x="609600" y="694943"/>
                </a:lnTo>
                <a:lnTo>
                  <a:pt x="550890" y="693353"/>
                </a:lnTo>
                <a:lnTo>
                  <a:pt x="493760" y="688678"/>
                </a:lnTo>
                <a:lnTo>
                  <a:pt x="438465" y="681064"/>
                </a:lnTo>
                <a:lnTo>
                  <a:pt x="385259" y="670658"/>
                </a:lnTo>
                <a:lnTo>
                  <a:pt x="334399" y="657603"/>
                </a:lnTo>
                <a:lnTo>
                  <a:pt x="286139" y="642048"/>
                </a:lnTo>
                <a:lnTo>
                  <a:pt x="240736" y="624136"/>
                </a:lnTo>
                <a:lnTo>
                  <a:pt x="198445" y="604013"/>
                </a:lnTo>
                <a:lnTo>
                  <a:pt x="159520" y="581826"/>
                </a:lnTo>
                <a:lnTo>
                  <a:pt x="124219" y="557720"/>
                </a:lnTo>
                <a:lnTo>
                  <a:pt x="92795" y="531840"/>
                </a:lnTo>
                <a:lnTo>
                  <a:pt x="65505" y="504332"/>
                </a:lnTo>
                <a:lnTo>
                  <a:pt x="24348" y="445015"/>
                </a:lnTo>
                <a:lnTo>
                  <a:pt x="2790" y="380934"/>
                </a:lnTo>
                <a:lnTo>
                  <a:pt x="0" y="347471"/>
                </a:lnTo>
                <a:close/>
              </a:path>
            </a:pathLst>
          </a:custGeom>
          <a:noFill/>
          <a:ln cap="flat" cmpd="sng" w="25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63"/>
          <p:cNvSpPr txBox="1"/>
          <p:nvPr/>
        </p:nvSpPr>
        <p:spPr>
          <a:xfrm>
            <a:off x="6463029" y="4891278"/>
            <a:ext cx="691515" cy="498475"/>
          </a:xfrm>
          <a:prstGeom prst="rect">
            <a:avLst/>
          </a:prstGeom>
          <a:noFill/>
          <a:ln>
            <a:noFill/>
          </a:ln>
        </p:spPr>
        <p:txBody>
          <a:bodyPr anchorCtr="0" anchor="t" bIns="0" lIns="0" spcFirstLastPara="1" rIns="0" wrap="square" tIns="0">
            <a:spAutoFit/>
          </a:bodyPr>
          <a:lstStyle/>
          <a:p>
            <a:pPr indent="-119380" lvl="0" marL="131445" marR="5080" rtl="0" algn="l">
              <a:lnSpc>
                <a:spcPct val="100000"/>
              </a:lnSpc>
              <a:spcBef>
                <a:spcPts val="0"/>
              </a:spcBef>
              <a:spcAft>
                <a:spcPts val="0"/>
              </a:spcAft>
              <a:buNone/>
            </a:pPr>
            <a:r>
              <a:rPr lang="en-US" sz="1600">
                <a:solidFill>
                  <a:schemeClr val="dk1"/>
                </a:solidFill>
                <a:latin typeface="Arial"/>
                <a:ea typeface="Arial"/>
                <a:cs typeface="Arial"/>
                <a:sym typeface="Arial"/>
              </a:rPr>
              <a:t>Display  Date</a:t>
            </a:r>
            <a:endParaRPr sz="1600">
              <a:solidFill>
                <a:schemeClr val="dk1"/>
              </a:solidFill>
              <a:latin typeface="Arial"/>
              <a:ea typeface="Arial"/>
              <a:cs typeface="Arial"/>
              <a:sym typeface="Arial"/>
            </a:endParaRPr>
          </a:p>
        </p:txBody>
      </p:sp>
      <p:sp>
        <p:nvSpPr>
          <p:cNvPr id="636" name="Google Shape;636;p63"/>
          <p:cNvSpPr/>
          <p:nvPr/>
        </p:nvSpPr>
        <p:spPr>
          <a:xfrm>
            <a:off x="6136385" y="2184400"/>
            <a:ext cx="255904" cy="430530"/>
          </a:xfrm>
          <a:custGeom>
            <a:rect b="b" l="l" r="r" t="t"/>
            <a:pathLst>
              <a:path extrusionOk="0" h="430530" w="255904">
                <a:moveTo>
                  <a:pt x="6730" y="302640"/>
                </a:moveTo>
                <a:lnTo>
                  <a:pt x="0" y="430275"/>
                </a:lnTo>
                <a:lnTo>
                  <a:pt x="106172" y="359155"/>
                </a:lnTo>
                <a:lnTo>
                  <a:pt x="102149" y="356870"/>
                </a:lnTo>
                <a:lnTo>
                  <a:pt x="63626" y="356870"/>
                </a:lnTo>
                <a:lnTo>
                  <a:pt x="30479" y="338074"/>
                </a:lnTo>
                <a:lnTo>
                  <a:pt x="39889" y="321485"/>
                </a:lnTo>
                <a:lnTo>
                  <a:pt x="6730" y="302640"/>
                </a:lnTo>
                <a:close/>
              </a:path>
              <a:path extrusionOk="0" h="430530" w="255904">
                <a:moveTo>
                  <a:pt x="39889" y="321485"/>
                </a:moveTo>
                <a:lnTo>
                  <a:pt x="30479" y="338074"/>
                </a:lnTo>
                <a:lnTo>
                  <a:pt x="63626" y="356870"/>
                </a:lnTo>
                <a:lnTo>
                  <a:pt x="73018" y="340313"/>
                </a:lnTo>
                <a:lnTo>
                  <a:pt x="39889" y="321485"/>
                </a:lnTo>
                <a:close/>
              </a:path>
              <a:path extrusionOk="0" h="430530" w="255904">
                <a:moveTo>
                  <a:pt x="73018" y="340313"/>
                </a:moveTo>
                <a:lnTo>
                  <a:pt x="63626" y="356870"/>
                </a:lnTo>
                <a:lnTo>
                  <a:pt x="102149" y="356870"/>
                </a:lnTo>
                <a:lnTo>
                  <a:pt x="73018" y="340313"/>
                </a:lnTo>
                <a:close/>
              </a:path>
              <a:path extrusionOk="0" h="430530" w="255904">
                <a:moveTo>
                  <a:pt x="222250" y="0"/>
                </a:moveTo>
                <a:lnTo>
                  <a:pt x="39889" y="321485"/>
                </a:lnTo>
                <a:lnTo>
                  <a:pt x="73018" y="340313"/>
                </a:lnTo>
                <a:lnTo>
                  <a:pt x="255397" y="18796"/>
                </a:lnTo>
                <a:lnTo>
                  <a:pt x="222250"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63"/>
          <p:cNvSpPr/>
          <p:nvPr/>
        </p:nvSpPr>
        <p:spPr>
          <a:xfrm>
            <a:off x="5502402" y="3227704"/>
            <a:ext cx="245110" cy="379730"/>
          </a:xfrm>
          <a:custGeom>
            <a:rect b="b" l="l" r="r" t="t"/>
            <a:pathLst>
              <a:path extrusionOk="0" h="379729" w="245110">
                <a:moveTo>
                  <a:pt x="11557" y="252475"/>
                </a:moveTo>
                <a:lnTo>
                  <a:pt x="0" y="379730"/>
                </a:lnTo>
                <a:lnTo>
                  <a:pt x="108712" y="312547"/>
                </a:lnTo>
                <a:lnTo>
                  <a:pt x="102549" y="308737"/>
                </a:lnTo>
                <a:lnTo>
                  <a:pt x="66294" y="308737"/>
                </a:lnTo>
                <a:lnTo>
                  <a:pt x="33909" y="288671"/>
                </a:lnTo>
                <a:lnTo>
                  <a:pt x="43915" y="272483"/>
                </a:lnTo>
                <a:lnTo>
                  <a:pt x="11557" y="252475"/>
                </a:lnTo>
                <a:close/>
              </a:path>
              <a:path extrusionOk="0" h="379729" w="245110">
                <a:moveTo>
                  <a:pt x="43915" y="272483"/>
                </a:moveTo>
                <a:lnTo>
                  <a:pt x="33909" y="288671"/>
                </a:lnTo>
                <a:lnTo>
                  <a:pt x="66294" y="308737"/>
                </a:lnTo>
                <a:lnTo>
                  <a:pt x="76324" y="292521"/>
                </a:lnTo>
                <a:lnTo>
                  <a:pt x="43915" y="272483"/>
                </a:lnTo>
                <a:close/>
              </a:path>
              <a:path extrusionOk="0" h="379729" w="245110">
                <a:moveTo>
                  <a:pt x="76324" y="292521"/>
                </a:moveTo>
                <a:lnTo>
                  <a:pt x="66294" y="308737"/>
                </a:lnTo>
                <a:lnTo>
                  <a:pt x="102549" y="308737"/>
                </a:lnTo>
                <a:lnTo>
                  <a:pt x="76324" y="292521"/>
                </a:lnTo>
                <a:close/>
              </a:path>
              <a:path extrusionOk="0" h="379729" w="245110">
                <a:moveTo>
                  <a:pt x="212344" y="0"/>
                </a:moveTo>
                <a:lnTo>
                  <a:pt x="43915" y="272483"/>
                </a:lnTo>
                <a:lnTo>
                  <a:pt x="76324" y="292521"/>
                </a:lnTo>
                <a:lnTo>
                  <a:pt x="244856" y="20066"/>
                </a:lnTo>
                <a:lnTo>
                  <a:pt x="212344"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63"/>
          <p:cNvSpPr/>
          <p:nvPr/>
        </p:nvSpPr>
        <p:spPr>
          <a:xfrm>
            <a:off x="7033132" y="2198877"/>
            <a:ext cx="269875" cy="411480"/>
          </a:xfrm>
          <a:custGeom>
            <a:rect b="b" l="l" r="r" t="t"/>
            <a:pathLst>
              <a:path extrusionOk="0" h="411480" w="269875">
                <a:moveTo>
                  <a:pt x="192250" y="324856"/>
                </a:moveTo>
                <a:lnTo>
                  <a:pt x="160020" y="345186"/>
                </a:lnTo>
                <a:lnTo>
                  <a:pt x="269367" y="411352"/>
                </a:lnTo>
                <a:lnTo>
                  <a:pt x="262338" y="340995"/>
                </a:lnTo>
                <a:lnTo>
                  <a:pt x="202438" y="340995"/>
                </a:lnTo>
                <a:lnTo>
                  <a:pt x="192250" y="324856"/>
                </a:lnTo>
                <a:close/>
              </a:path>
              <a:path extrusionOk="0" h="411480" w="269875">
                <a:moveTo>
                  <a:pt x="224496" y="304517"/>
                </a:moveTo>
                <a:lnTo>
                  <a:pt x="192250" y="324856"/>
                </a:lnTo>
                <a:lnTo>
                  <a:pt x="202438" y="340995"/>
                </a:lnTo>
                <a:lnTo>
                  <a:pt x="234696" y="320675"/>
                </a:lnTo>
                <a:lnTo>
                  <a:pt x="224496" y="304517"/>
                </a:lnTo>
                <a:close/>
              </a:path>
              <a:path extrusionOk="0" h="411480" w="269875">
                <a:moveTo>
                  <a:pt x="256667" y="284225"/>
                </a:moveTo>
                <a:lnTo>
                  <a:pt x="224496" y="304517"/>
                </a:lnTo>
                <a:lnTo>
                  <a:pt x="234696" y="320675"/>
                </a:lnTo>
                <a:lnTo>
                  <a:pt x="202438" y="340995"/>
                </a:lnTo>
                <a:lnTo>
                  <a:pt x="262338" y="340995"/>
                </a:lnTo>
                <a:lnTo>
                  <a:pt x="256667" y="284225"/>
                </a:lnTo>
                <a:close/>
              </a:path>
              <a:path extrusionOk="0" h="411480" w="269875">
                <a:moveTo>
                  <a:pt x="32258" y="0"/>
                </a:moveTo>
                <a:lnTo>
                  <a:pt x="0" y="20320"/>
                </a:lnTo>
                <a:lnTo>
                  <a:pt x="192250" y="324856"/>
                </a:lnTo>
                <a:lnTo>
                  <a:pt x="224496" y="304517"/>
                </a:lnTo>
                <a:lnTo>
                  <a:pt x="3225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63"/>
          <p:cNvSpPr/>
          <p:nvPr/>
        </p:nvSpPr>
        <p:spPr>
          <a:xfrm>
            <a:off x="6370192" y="3242817"/>
            <a:ext cx="269875" cy="411480"/>
          </a:xfrm>
          <a:custGeom>
            <a:rect b="b" l="l" r="r" t="t"/>
            <a:pathLst>
              <a:path extrusionOk="0" h="411479" w="269875">
                <a:moveTo>
                  <a:pt x="192250" y="324856"/>
                </a:moveTo>
                <a:lnTo>
                  <a:pt x="160020" y="345186"/>
                </a:lnTo>
                <a:lnTo>
                  <a:pt x="269366" y="411353"/>
                </a:lnTo>
                <a:lnTo>
                  <a:pt x="262338" y="340995"/>
                </a:lnTo>
                <a:lnTo>
                  <a:pt x="202437" y="340995"/>
                </a:lnTo>
                <a:lnTo>
                  <a:pt x="192250" y="324856"/>
                </a:lnTo>
                <a:close/>
              </a:path>
              <a:path extrusionOk="0" h="411479" w="269875">
                <a:moveTo>
                  <a:pt x="224496" y="304517"/>
                </a:moveTo>
                <a:lnTo>
                  <a:pt x="192250" y="324856"/>
                </a:lnTo>
                <a:lnTo>
                  <a:pt x="202437" y="340995"/>
                </a:lnTo>
                <a:lnTo>
                  <a:pt x="234696" y="320675"/>
                </a:lnTo>
                <a:lnTo>
                  <a:pt x="224496" y="304517"/>
                </a:lnTo>
                <a:close/>
              </a:path>
              <a:path extrusionOk="0" h="411479" w="269875">
                <a:moveTo>
                  <a:pt x="256666" y="284226"/>
                </a:moveTo>
                <a:lnTo>
                  <a:pt x="224496" y="304517"/>
                </a:lnTo>
                <a:lnTo>
                  <a:pt x="234696" y="320675"/>
                </a:lnTo>
                <a:lnTo>
                  <a:pt x="202437" y="340995"/>
                </a:lnTo>
                <a:lnTo>
                  <a:pt x="262338" y="340995"/>
                </a:lnTo>
                <a:lnTo>
                  <a:pt x="256666" y="284226"/>
                </a:lnTo>
                <a:close/>
              </a:path>
              <a:path extrusionOk="0" h="411479" w="269875">
                <a:moveTo>
                  <a:pt x="32258" y="0"/>
                </a:moveTo>
                <a:lnTo>
                  <a:pt x="0" y="20320"/>
                </a:lnTo>
                <a:lnTo>
                  <a:pt x="192250" y="324856"/>
                </a:lnTo>
                <a:lnTo>
                  <a:pt x="224496" y="304517"/>
                </a:lnTo>
                <a:lnTo>
                  <a:pt x="3225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63"/>
          <p:cNvSpPr/>
          <p:nvPr/>
        </p:nvSpPr>
        <p:spPr>
          <a:xfrm>
            <a:off x="7910956" y="3206242"/>
            <a:ext cx="269875" cy="411480"/>
          </a:xfrm>
          <a:custGeom>
            <a:rect b="b" l="l" r="r" t="t"/>
            <a:pathLst>
              <a:path extrusionOk="0" h="411479" w="269875">
                <a:moveTo>
                  <a:pt x="192250" y="324856"/>
                </a:moveTo>
                <a:lnTo>
                  <a:pt x="160020" y="345186"/>
                </a:lnTo>
                <a:lnTo>
                  <a:pt x="269367" y="411353"/>
                </a:lnTo>
                <a:lnTo>
                  <a:pt x="262338" y="340995"/>
                </a:lnTo>
                <a:lnTo>
                  <a:pt x="202438" y="340995"/>
                </a:lnTo>
                <a:lnTo>
                  <a:pt x="192250" y="324856"/>
                </a:lnTo>
                <a:close/>
              </a:path>
              <a:path extrusionOk="0" h="411479" w="269875">
                <a:moveTo>
                  <a:pt x="224496" y="304517"/>
                </a:moveTo>
                <a:lnTo>
                  <a:pt x="192250" y="324856"/>
                </a:lnTo>
                <a:lnTo>
                  <a:pt x="202438" y="340995"/>
                </a:lnTo>
                <a:lnTo>
                  <a:pt x="234696" y="320675"/>
                </a:lnTo>
                <a:lnTo>
                  <a:pt x="224496" y="304517"/>
                </a:lnTo>
                <a:close/>
              </a:path>
              <a:path extrusionOk="0" h="411479" w="269875">
                <a:moveTo>
                  <a:pt x="256667" y="284225"/>
                </a:moveTo>
                <a:lnTo>
                  <a:pt x="224496" y="304517"/>
                </a:lnTo>
                <a:lnTo>
                  <a:pt x="234696" y="320675"/>
                </a:lnTo>
                <a:lnTo>
                  <a:pt x="202438" y="340995"/>
                </a:lnTo>
                <a:lnTo>
                  <a:pt x="262338" y="340995"/>
                </a:lnTo>
                <a:lnTo>
                  <a:pt x="256667" y="284225"/>
                </a:lnTo>
                <a:close/>
              </a:path>
              <a:path extrusionOk="0" h="411479" w="269875">
                <a:moveTo>
                  <a:pt x="32258" y="0"/>
                </a:moveTo>
                <a:lnTo>
                  <a:pt x="0" y="20320"/>
                </a:lnTo>
                <a:lnTo>
                  <a:pt x="192250" y="324856"/>
                </a:lnTo>
                <a:lnTo>
                  <a:pt x="224496" y="304517"/>
                </a:lnTo>
                <a:lnTo>
                  <a:pt x="3225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63"/>
          <p:cNvSpPr/>
          <p:nvPr/>
        </p:nvSpPr>
        <p:spPr>
          <a:xfrm>
            <a:off x="6751319" y="4321302"/>
            <a:ext cx="114300" cy="467359"/>
          </a:xfrm>
          <a:custGeom>
            <a:rect b="b" l="l" r="r" t="t"/>
            <a:pathLst>
              <a:path extrusionOk="0" h="467360" w="114300">
                <a:moveTo>
                  <a:pt x="38100" y="352933"/>
                </a:moveTo>
                <a:lnTo>
                  <a:pt x="0" y="352933"/>
                </a:lnTo>
                <a:lnTo>
                  <a:pt x="57150" y="467233"/>
                </a:lnTo>
                <a:lnTo>
                  <a:pt x="104775" y="371983"/>
                </a:lnTo>
                <a:lnTo>
                  <a:pt x="38100" y="371983"/>
                </a:lnTo>
                <a:lnTo>
                  <a:pt x="38100" y="352933"/>
                </a:lnTo>
                <a:close/>
              </a:path>
              <a:path extrusionOk="0" h="467360" w="114300">
                <a:moveTo>
                  <a:pt x="76200" y="0"/>
                </a:moveTo>
                <a:lnTo>
                  <a:pt x="38100" y="0"/>
                </a:lnTo>
                <a:lnTo>
                  <a:pt x="38100" y="371983"/>
                </a:lnTo>
                <a:lnTo>
                  <a:pt x="76200" y="371983"/>
                </a:lnTo>
                <a:lnTo>
                  <a:pt x="76200" y="0"/>
                </a:lnTo>
                <a:close/>
              </a:path>
              <a:path extrusionOk="0" h="467360" w="114300">
                <a:moveTo>
                  <a:pt x="114300" y="352933"/>
                </a:moveTo>
                <a:lnTo>
                  <a:pt x="76200" y="352933"/>
                </a:lnTo>
                <a:lnTo>
                  <a:pt x="76200" y="371983"/>
                </a:lnTo>
                <a:lnTo>
                  <a:pt x="104775" y="371983"/>
                </a:lnTo>
                <a:lnTo>
                  <a:pt x="114300" y="35293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63"/>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
        <p:nvSpPr>
          <p:cNvPr id="643" name="Google Shape;643;p63"/>
          <p:cNvSpPr/>
          <p:nvPr/>
        </p:nvSpPr>
        <p:spPr>
          <a:xfrm>
            <a:off x="990600" y="6248400"/>
            <a:ext cx="7010400" cy="2206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4" name="Google Shape;644;p63"/>
          <p:cNvSpPr/>
          <p:nvPr/>
        </p:nvSpPr>
        <p:spPr>
          <a:xfrm>
            <a:off x="8305800" y="6096000"/>
            <a:ext cx="838200" cy="76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4"/>
          <p:cNvSpPr/>
          <p:nvPr/>
        </p:nvSpPr>
        <p:spPr>
          <a:xfrm>
            <a:off x="8382000" y="6187439"/>
            <a:ext cx="609600" cy="67055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64"/>
          <p:cNvSpPr/>
          <p:nvPr/>
        </p:nvSpPr>
        <p:spPr>
          <a:xfrm>
            <a:off x="0" y="0"/>
            <a:ext cx="9144000" cy="9144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p64"/>
          <p:cNvSpPr/>
          <p:nvPr/>
        </p:nvSpPr>
        <p:spPr>
          <a:xfrm>
            <a:off x="990600" y="6303264"/>
            <a:ext cx="6929628" cy="97536"/>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64"/>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Example 2 </a:t>
            </a:r>
            <a:r>
              <a:rPr lang="en-US">
                <a:latin typeface="Arial"/>
                <a:ea typeface="Arial"/>
                <a:cs typeface="Arial"/>
                <a:sym typeface="Arial"/>
              </a:rPr>
              <a:t>– </a:t>
            </a:r>
            <a:r>
              <a:rPr lang="en-US"/>
              <a:t>Electronic Clock</a:t>
            </a:r>
            <a:endParaRPr/>
          </a:p>
        </p:txBody>
      </p:sp>
      <p:graphicFrame>
        <p:nvGraphicFramePr>
          <p:cNvPr id="653" name="Google Shape;653;p64"/>
          <p:cNvGraphicFramePr/>
          <p:nvPr/>
        </p:nvGraphicFramePr>
        <p:xfrm>
          <a:off x="1252555" y="3829558"/>
          <a:ext cx="3000000" cy="3000000"/>
        </p:xfrm>
        <a:graphic>
          <a:graphicData uri="http://schemas.openxmlformats.org/drawingml/2006/table">
            <a:tbl>
              <a:tblPr bandRow="1" firstRow="1">
                <a:noFill/>
                <a:tableStyleId>{088D9E38-63AB-4F39-8222-83D01DE5195E}</a:tableStyleId>
              </a:tblPr>
              <a:tblGrid>
                <a:gridCol w="2296425"/>
                <a:gridCol w="2370450"/>
                <a:gridCol w="2370450"/>
              </a:tblGrid>
              <a:tr h="466850">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Test Case 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b="1" lang="en-US" sz="1800">
                          <a:solidFill>
                            <a:srgbClr val="FFFFFF"/>
                          </a:solidFill>
                          <a:latin typeface="Arial"/>
                          <a:ea typeface="Arial"/>
                          <a:cs typeface="Arial"/>
                          <a:sym typeface="Arial"/>
                        </a:rPr>
                        <a:t>Step 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c>
                  <a:txBody>
                    <a:bodyPr/>
                    <a:lstStyle/>
                    <a:p>
                      <a:pPr indent="0" lvl="0" marL="85725" marR="0" rtl="0" algn="l">
                        <a:lnSpc>
                          <a:spcPct val="100000"/>
                        </a:lnSpc>
                        <a:spcBef>
                          <a:spcPts val="0"/>
                        </a:spcBef>
                        <a:spcAft>
                          <a:spcPts val="0"/>
                        </a:spcAft>
                        <a:buNone/>
                      </a:pPr>
                      <a:r>
                        <a:rPr b="1" lang="en-US" sz="1800">
                          <a:solidFill>
                            <a:srgbClr val="FFFFFF"/>
                          </a:solidFill>
                          <a:latin typeface="Arial"/>
                          <a:ea typeface="Arial"/>
                          <a:cs typeface="Arial"/>
                          <a:sym typeface="Arial"/>
                        </a:rPr>
                        <a:t>Step 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r>
              <a:tr h="43572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START STATE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Display TIME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Display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r>
              <a:tr h="43572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INPUT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Change Mode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Change Mode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r>
              <a:tr h="43572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OUTPUT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Display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Display Time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r>
              <a:tr h="43572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FINISH STATE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Display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Display Time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r>
            </a:tbl>
          </a:graphicData>
        </a:graphic>
      </p:graphicFrame>
      <p:sp>
        <p:nvSpPr>
          <p:cNvPr id="654" name="Google Shape;654;p64"/>
          <p:cNvSpPr/>
          <p:nvPr/>
        </p:nvSpPr>
        <p:spPr>
          <a:xfrm>
            <a:off x="2133600" y="732790"/>
            <a:ext cx="4267200" cy="304190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5" name="Google Shape;655;p64"/>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
        <p:nvSpPr>
          <p:cNvPr id="656" name="Google Shape;656;p64"/>
          <p:cNvSpPr/>
          <p:nvPr/>
        </p:nvSpPr>
        <p:spPr>
          <a:xfrm>
            <a:off x="990600" y="6248400"/>
            <a:ext cx="7010400" cy="2206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7" name="Google Shape;657;p64"/>
          <p:cNvSpPr/>
          <p:nvPr/>
        </p:nvSpPr>
        <p:spPr>
          <a:xfrm>
            <a:off x="8305800" y="6096000"/>
            <a:ext cx="838200" cy="76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5"/>
          <p:cNvSpPr/>
          <p:nvPr/>
        </p:nvSpPr>
        <p:spPr>
          <a:xfrm>
            <a:off x="8382000" y="6187439"/>
            <a:ext cx="609600" cy="67055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65"/>
          <p:cNvSpPr/>
          <p:nvPr/>
        </p:nvSpPr>
        <p:spPr>
          <a:xfrm>
            <a:off x="0" y="0"/>
            <a:ext cx="9144000" cy="9144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65"/>
          <p:cNvSpPr/>
          <p:nvPr/>
        </p:nvSpPr>
        <p:spPr>
          <a:xfrm>
            <a:off x="990600" y="6303264"/>
            <a:ext cx="6929628" cy="97536"/>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65"/>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Example 2 </a:t>
            </a:r>
            <a:r>
              <a:rPr lang="en-US">
                <a:latin typeface="Arial"/>
                <a:ea typeface="Arial"/>
                <a:cs typeface="Arial"/>
                <a:sym typeface="Arial"/>
              </a:rPr>
              <a:t>– </a:t>
            </a:r>
            <a:r>
              <a:rPr lang="en-US"/>
              <a:t>Electronic Clock</a:t>
            </a:r>
            <a:endParaRPr/>
          </a:p>
        </p:txBody>
      </p:sp>
      <p:graphicFrame>
        <p:nvGraphicFramePr>
          <p:cNvPr id="666" name="Google Shape;666;p65"/>
          <p:cNvGraphicFramePr/>
          <p:nvPr/>
        </p:nvGraphicFramePr>
        <p:xfrm>
          <a:off x="593852" y="3825993"/>
          <a:ext cx="3000000" cy="3000000"/>
        </p:xfrm>
        <a:graphic>
          <a:graphicData uri="http://schemas.openxmlformats.org/drawingml/2006/table">
            <a:tbl>
              <a:tblPr bandRow="1" firstRow="1">
                <a:noFill/>
                <a:tableStyleId>{088D9E38-63AB-4F39-8222-83D01DE5195E}</a:tableStyleId>
              </a:tblPr>
              <a:tblGrid>
                <a:gridCol w="1885200"/>
                <a:gridCol w="1945900"/>
                <a:gridCol w="1946025"/>
                <a:gridCol w="1946025"/>
              </a:tblGrid>
              <a:tr h="466850">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Test Case 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b="1" lang="en-US" sz="1800">
                          <a:solidFill>
                            <a:srgbClr val="FFFFFF"/>
                          </a:solidFill>
                          <a:latin typeface="Arial"/>
                          <a:ea typeface="Arial"/>
                          <a:cs typeface="Arial"/>
                          <a:sym typeface="Arial"/>
                        </a:rPr>
                        <a:t>Step 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c>
                  <a:txBody>
                    <a:bodyPr/>
                    <a:lstStyle/>
                    <a:p>
                      <a:pPr indent="0" lvl="0" marL="85725" marR="0" rtl="0" algn="l">
                        <a:lnSpc>
                          <a:spcPct val="100000"/>
                        </a:lnSpc>
                        <a:spcBef>
                          <a:spcPts val="0"/>
                        </a:spcBef>
                        <a:spcAft>
                          <a:spcPts val="0"/>
                        </a:spcAft>
                        <a:buNone/>
                      </a:pPr>
                      <a:r>
                        <a:rPr b="1" lang="en-US" sz="1800">
                          <a:solidFill>
                            <a:srgbClr val="FFFFFF"/>
                          </a:solidFill>
                          <a:latin typeface="Arial"/>
                          <a:ea typeface="Arial"/>
                          <a:cs typeface="Arial"/>
                          <a:sym typeface="Arial"/>
                        </a:rPr>
                        <a:t>Step 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c>
                  <a:txBody>
                    <a:bodyPr/>
                    <a:lstStyle/>
                    <a:p>
                      <a:pPr indent="0" lvl="0" marL="85725" marR="0" rtl="0" algn="l">
                        <a:lnSpc>
                          <a:spcPct val="100000"/>
                        </a:lnSpc>
                        <a:spcBef>
                          <a:spcPts val="0"/>
                        </a:spcBef>
                        <a:spcAft>
                          <a:spcPts val="0"/>
                        </a:spcAft>
                        <a:buNone/>
                      </a:pPr>
                      <a:r>
                        <a:rPr b="1" lang="en-US" sz="1800">
                          <a:solidFill>
                            <a:srgbClr val="FFFFFF"/>
                          </a:solidFill>
                          <a:latin typeface="Arial"/>
                          <a:ea typeface="Arial"/>
                          <a:cs typeface="Arial"/>
                          <a:sym typeface="Arial"/>
                        </a:rPr>
                        <a:t>Step 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r>
              <a:tr h="43572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START STATE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Display Time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Display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Adjust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r>
              <a:tr h="43572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INPUT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Change Mode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Reset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Set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r>
              <a:tr h="43572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OUTPUT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Display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Adjust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Display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r>
              <a:tr h="43572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FINISH STATE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Display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Adjust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Display Date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r>
            </a:tbl>
          </a:graphicData>
        </a:graphic>
      </p:graphicFrame>
      <p:sp>
        <p:nvSpPr>
          <p:cNvPr id="667" name="Google Shape;667;p65"/>
          <p:cNvSpPr/>
          <p:nvPr/>
        </p:nvSpPr>
        <p:spPr>
          <a:xfrm>
            <a:off x="2133600" y="730515"/>
            <a:ext cx="4267200" cy="304190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65"/>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
        <p:nvSpPr>
          <p:cNvPr id="669" name="Google Shape;669;p65"/>
          <p:cNvSpPr/>
          <p:nvPr/>
        </p:nvSpPr>
        <p:spPr>
          <a:xfrm>
            <a:off x="990600" y="6248400"/>
            <a:ext cx="7010400" cy="2206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0" name="Google Shape;670;p65"/>
          <p:cNvSpPr/>
          <p:nvPr/>
        </p:nvSpPr>
        <p:spPr>
          <a:xfrm>
            <a:off x="8305800" y="6096000"/>
            <a:ext cx="838200" cy="76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66"/>
          <p:cNvSpPr/>
          <p:nvPr/>
        </p:nvSpPr>
        <p:spPr>
          <a:xfrm>
            <a:off x="8382000" y="6187439"/>
            <a:ext cx="609600" cy="67055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66"/>
          <p:cNvSpPr/>
          <p:nvPr/>
        </p:nvSpPr>
        <p:spPr>
          <a:xfrm>
            <a:off x="0" y="0"/>
            <a:ext cx="9144000" cy="9144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66"/>
          <p:cNvSpPr/>
          <p:nvPr/>
        </p:nvSpPr>
        <p:spPr>
          <a:xfrm>
            <a:off x="990600" y="6303264"/>
            <a:ext cx="6929628" cy="97536"/>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66"/>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Example 2 </a:t>
            </a:r>
            <a:r>
              <a:rPr lang="en-US">
                <a:latin typeface="Arial"/>
                <a:ea typeface="Arial"/>
                <a:cs typeface="Arial"/>
                <a:sym typeface="Arial"/>
              </a:rPr>
              <a:t>– </a:t>
            </a:r>
            <a:r>
              <a:rPr lang="en-US"/>
              <a:t>Electronic Clock</a:t>
            </a:r>
            <a:endParaRPr/>
          </a:p>
        </p:txBody>
      </p:sp>
      <p:graphicFrame>
        <p:nvGraphicFramePr>
          <p:cNvPr id="679" name="Google Shape;679;p66"/>
          <p:cNvGraphicFramePr/>
          <p:nvPr/>
        </p:nvGraphicFramePr>
        <p:xfrm>
          <a:off x="1282255" y="3704215"/>
          <a:ext cx="3000000" cy="3000000"/>
        </p:xfrm>
        <a:graphic>
          <a:graphicData uri="http://schemas.openxmlformats.org/drawingml/2006/table">
            <a:tbl>
              <a:tblPr bandRow="1" firstRow="1">
                <a:noFill/>
                <a:tableStyleId>{088D9E38-63AB-4F39-8222-83D01DE5195E}</a:tableStyleId>
              </a:tblPr>
              <a:tblGrid>
                <a:gridCol w="2296425"/>
                <a:gridCol w="2370450"/>
                <a:gridCol w="2370450"/>
              </a:tblGrid>
              <a:tr h="62432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Test Case 3</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None/>
                      </a:pPr>
                      <a:r>
                        <a:rPr b="1" lang="en-US" sz="1800">
                          <a:solidFill>
                            <a:srgbClr val="FFFFFF"/>
                          </a:solidFill>
                          <a:latin typeface="Arial"/>
                          <a:ea typeface="Arial"/>
                          <a:cs typeface="Arial"/>
                          <a:sym typeface="Arial"/>
                        </a:rPr>
                        <a:t>Step 1</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c>
                  <a:txBody>
                    <a:bodyPr/>
                    <a:lstStyle/>
                    <a:p>
                      <a:pPr indent="0" lvl="0" marL="85725" marR="0" rtl="0" algn="l">
                        <a:lnSpc>
                          <a:spcPct val="100000"/>
                        </a:lnSpc>
                        <a:spcBef>
                          <a:spcPts val="0"/>
                        </a:spcBef>
                        <a:spcAft>
                          <a:spcPts val="0"/>
                        </a:spcAft>
                        <a:buNone/>
                      </a:pPr>
                      <a:r>
                        <a:rPr b="1" lang="en-US" sz="1800">
                          <a:solidFill>
                            <a:srgbClr val="FFFFFF"/>
                          </a:solidFill>
                          <a:latin typeface="Arial"/>
                          <a:ea typeface="Arial"/>
                          <a:cs typeface="Arial"/>
                          <a:sym typeface="Arial"/>
                        </a:rPr>
                        <a:t>Step 2</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682D60"/>
                    </a:solidFill>
                  </a:tcPr>
                </a:tc>
              </a:tr>
              <a:tr h="39477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START STATE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Display Time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Adjust TIME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r>
              <a:tr h="39477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INPUT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Reset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Set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r>
              <a:tr h="39477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OUTPUT</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Adjust TIME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DISPLAY Time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ACE0"/>
                    </a:solidFill>
                  </a:tcPr>
                </a:tc>
              </a:tr>
              <a:tr h="394775">
                <a:tc>
                  <a:txBody>
                    <a:bodyPr/>
                    <a:lstStyle/>
                    <a:p>
                      <a:pPr indent="0" lvl="0" marL="85090" marR="0" rtl="0" algn="l">
                        <a:lnSpc>
                          <a:spcPct val="100000"/>
                        </a:lnSpc>
                        <a:spcBef>
                          <a:spcPts val="0"/>
                        </a:spcBef>
                        <a:spcAft>
                          <a:spcPts val="0"/>
                        </a:spcAft>
                        <a:buNone/>
                      </a:pPr>
                      <a:r>
                        <a:rPr b="1" lang="en-US" sz="1800">
                          <a:latin typeface="Arial"/>
                          <a:ea typeface="Arial"/>
                          <a:cs typeface="Arial"/>
                          <a:sym typeface="Arial"/>
                        </a:rPr>
                        <a:t>FINISH STATE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090" marR="0" rtl="0" algn="l">
                        <a:lnSpc>
                          <a:spcPct val="100000"/>
                        </a:lnSpc>
                        <a:spcBef>
                          <a:spcPts val="0"/>
                        </a:spcBef>
                        <a:spcAft>
                          <a:spcPts val="0"/>
                        </a:spcAft>
                        <a:buNone/>
                      </a:pPr>
                      <a:r>
                        <a:rPr lang="en-US" sz="1800">
                          <a:latin typeface="Arial"/>
                          <a:ea typeface="Arial"/>
                          <a:cs typeface="Arial"/>
                          <a:sym typeface="Arial"/>
                        </a:rPr>
                        <a:t>Adjust TIME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c>
                  <a:txBody>
                    <a:bodyPr/>
                    <a:lstStyle/>
                    <a:p>
                      <a:pPr indent="0" lvl="0" marL="85725" marR="0" rtl="0" algn="l">
                        <a:lnSpc>
                          <a:spcPct val="100000"/>
                        </a:lnSpc>
                        <a:spcBef>
                          <a:spcPts val="0"/>
                        </a:spcBef>
                        <a:spcAft>
                          <a:spcPts val="0"/>
                        </a:spcAft>
                        <a:buNone/>
                      </a:pPr>
                      <a:r>
                        <a:rPr lang="en-US" sz="1800">
                          <a:latin typeface="Arial"/>
                          <a:ea typeface="Arial"/>
                          <a:cs typeface="Arial"/>
                          <a:sym typeface="Arial"/>
                        </a:rPr>
                        <a:t>DISPLAY Time</a:t>
                      </a:r>
                      <a:endParaRPr sz="1800">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DCEEC"/>
                    </a:solidFill>
                  </a:tcPr>
                </a:tc>
              </a:tr>
            </a:tbl>
          </a:graphicData>
        </a:graphic>
      </p:graphicFrame>
      <p:sp>
        <p:nvSpPr>
          <p:cNvPr id="680" name="Google Shape;680;p66"/>
          <p:cNvSpPr/>
          <p:nvPr/>
        </p:nvSpPr>
        <p:spPr>
          <a:xfrm>
            <a:off x="2133600" y="649801"/>
            <a:ext cx="4267200" cy="304190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1" name="Google Shape;681;p66"/>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
        <p:nvSpPr>
          <p:cNvPr id="682" name="Google Shape;682;p66"/>
          <p:cNvSpPr/>
          <p:nvPr/>
        </p:nvSpPr>
        <p:spPr>
          <a:xfrm>
            <a:off x="990600" y="6248400"/>
            <a:ext cx="7010400" cy="2206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3" name="Google Shape;683;p66"/>
          <p:cNvSpPr/>
          <p:nvPr/>
        </p:nvSpPr>
        <p:spPr>
          <a:xfrm>
            <a:off x="8305800" y="6096000"/>
            <a:ext cx="838200" cy="76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67"/>
          <p:cNvSpPr/>
          <p:nvPr/>
        </p:nvSpPr>
        <p:spPr>
          <a:xfrm>
            <a:off x="8382000" y="6187439"/>
            <a:ext cx="609600" cy="67055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67"/>
          <p:cNvSpPr/>
          <p:nvPr/>
        </p:nvSpPr>
        <p:spPr>
          <a:xfrm>
            <a:off x="0" y="0"/>
            <a:ext cx="9144000" cy="9144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1" name="Google Shape;691;p67"/>
          <p:cNvSpPr/>
          <p:nvPr/>
        </p:nvSpPr>
        <p:spPr>
          <a:xfrm>
            <a:off x="990600" y="6303264"/>
            <a:ext cx="6929628" cy="97536"/>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p67"/>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a:t>Task</a:t>
            </a:r>
            <a:endParaRPr/>
          </a:p>
        </p:txBody>
      </p:sp>
      <p:sp>
        <p:nvSpPr>
          <p:cNvPr id="693" name="Google Shape;693;p67"/>
          <p:cNvSpPr/>
          <p:nvPr/>
        </p:nvSpPr>
        <p:spPr>
          <a:xfrm>
            <a:off x="26962" y="1049874"/>
            <a:ext cx="8964637" cy="5105400"/>
          </a:xfrm>
          <a:custGeom>
            <a:rect b="b" l="l" r="r" t="t"/>
            <a:pathLst>
              <a:path extrusionOk="0" h="5105400" w="8229600">
                <a:moveTo>
                  <a:pt x="0" y="5105400"/>
                </a:moveTo>
                <a:lnTo>
                  <a:pt x="8229600" y="5105400"/>
                </a:lnTo>
                <a:lnTo>
                  <a:pt x="8229600" y="0"/>
                </a:lnTo>
                <a:lnTo>
                  <a:pt x="0" y="0"/>
                </a:lnTo>
                <a:lnTo>
                  <a:pt x="0" y="5105400"/>
                </a:lnTo>
                <a:close/>
              </a:path>
            </a:pathLst>
          </a:custGeom>
          <a:solidFill>
            <a:srgbClr val="F1F1F1"/>
          </a:solidFill>
          <a:ln>
            <a:noFill/>
          </a:ln>
        </p:spPr>
        <p:txBody>
          <a:bodyPr anchorCtr="0" anchor="t" bIns="0" lIns="0" spcFirstLastPara="1" rIns="0" wrap="square" tIns="0">
            <a:noAutofit/>
          </a:bodyPr>
          <a:lstStyle/>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67"/>
          <p:cNvSpPr txBox="1"/>
          <p:nvPr/>
        </p:nvSpPr>
        <p:spPr>
          <a:xfrm>
            <a:off x="81930" y="1198850"/>
            <a:ext cx="8757122" cy="5039360"/>
          </a:xfrm>
          <a:prstGeom prst="rect">
            <a:avLst/>
          </a:prstGeom>
          <a:noFill/>
          <a:ln>
            <a:noFill/>
          </a:ln>
        </p:spPr>
        <p:txBody>
          <a:bodyPr anchorCtr="0" anchor="t" bIns="0" lIns="0" spcFirstLastPara="1" rIns="0" wrap="square" tIns="0">
            <a:spAutoFit/>
          </a:bodyPr>
          <a:lstStyle/>
          <a:p>
            <a:pPr indent="0" lvl="0" marL="12700" marR="5080" rtl="0" algn="just">
              <a:lnSpc>
                <a:spcPct val="100000"/>
              </a:lnSpc>
              <a:spcBef>
                <a:spcPts val="0"/>
              </a:spcBef>
              <a:spcAft>
                <a:spcPts val="0"/>
              </a:spcAft>
              <a:buNone/>
            </a:pPr>
            <a:r>
              <a:rPr lang="en-US" sz="3000">
                <a:solidFill>
                  <a:schemeClr val="dk1"/>
                </a:solidFill>
                <a:latin typeface="Arial"/>
                <a:ea typeface="Arial"/>
                <a:cs typeface="Arial"/>
                <a:sym typeface="Arial"/>
              </a:rPr>
              <a:t>A cassette player has three operations: play,  fast forward and fast play. Play and fast forward  are activated using the play and fast forward  button respectively. These operations can be  cancelled using the stop button. When in play  mode, the fast forward can be used to fast play.  When in fast play mode, the fast forward button  can be pressed again to enter fast forward or  the stop button can be used to return to play.</a:t>
            </a:r>
            <a:endParaRPr sz="3000">
              <a:solidFill>
                <a:schemeClr val="dk1"/>
              </a:solidFill>
              <a:latin typeface="Arial"/>
              <a:ea typeface="Arial"/>
              <a:cs typeface="Arial"/>
              <a:sym typeface="Arial"/>
            </a:endParaRPr>
          </a:p>
          <a:p>
            <a:pPr indent="0" lvl="0" marL="12700" marR="675640" rtl="0" algn="just">
              <a:lnSpc>
                <a:spcPct val="100000"/>
              </a:lnSpc>
              <a:spcBef>
                <a:spcPts val="0"/>
              </a:spcBef>
              <a:spcAft>
                <a:spcPts val="0"/>
              </a:spcAft>
              <a:buNone/>
            </a:pPr>
            <a:r>
              <a:rPr lang="en-US" sz="3000">
                <a:solidFill>
                  <a:schemeClr val="dk1"/>
                </a:solidFill>
                <a:latin typeface="Arial"/>
                <a:ea typeface="Arial"/>
                <a:cs typeface="Arial"/>
                <a:sym typeface="Arial"/>
              </a:rPr>
              <a:t>When in fast forward the play button can be  pressed to enter play mode directly.</a:t>
            </a:r>
            <a:endParaRPr sz="3000">
              <a:solidFill>
                <a:schemeClr val="dk1"/>
              </a:solidFill>
              <a:latin typeface="Arial"/>
              <a:ea typeface="Arial"/>
              <a:cs typeface="Arial"/>
              <a:sym typeface="Arial"/>
            </a:endParaRPr>
          </a:p>
        </p:txBody>
      </p:sp>
      <p:sp>
        <p:nvSpPr>
          <p:cNvPr id="695" name="Google Shape;695;p67"/>
          <p:cNvSpPr txBox="1"/>
          <p:nvPr>
            <p:ph idx="12" type="sldNum"/>
          </p:nvPr>
        </p:nvSpPr>
        <p:spPr>
          <a:xfrm>
            <a:off x="228192" y="6475140"/>
            <a:ext cx="342265" cy="553998"/>
          </a:xfrm>
          <a:prstGeom prst="rect">
            <a:avLst/>
          </a:prstGeom>
          <a:noFill/>
          <a:ln>
            <a:noFill/>
          </a:ln>
        </p:spPr>
        <p:txBody>
          <a:bodyPr anchorCtr="0" anchor="t" bIns="0" lIns="0" spcFirstLastPara="1" rIns="0" wrap="square" tIns="0">
            <a:spAutoFit/>
          </a:bodyPr>
          <a:lstStyle/>
          <a:p>
            <a:pPr indent="0" lvl="0" marL="25400" rtl="0" algn="l">
              <a:lnSpc>
                <a:spcPct val="106666"/>
              </a:lnSpc>
              <a:spcBef>
                <a:spcPts val="0"/>
              </a:spcBef>
              <a:spcAft>
                <a:spcPts val="0"/>
              </a:spcAft>
              <a:buNone/>
            </a:pPr>
            <a:fld id="{00000000-1234-1234-1234-123412341234}" type="slidenum">
              <a:rPr lang="en-US"/>
              <a:t>‹#›</a:t>
            </a:fld>
            <a:endParaRPr/>
          </a:p>
        </p:txBody>
      </p:sp>
      <p:sp>
        <p:nvSpPr>
          <p:cNvPr id="696" name="Google Shape;696;p67"/>
          <p:cNvSpPr/>
          <p:nvPr/>
        </p:nvSpPr>
        <p:spPr>
          <a:xfrm>
            <a:off x="990600" y="6248400"/>
            <a:ext cx="7010400" cy="2206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7" name="Google Shape;697;p67"/>
          <p:cNvSpPr/>
          <p:nvPr/>
        </p:nvSpPr>
        <p:spPr>
          <a:xfrm>
            <a:off x="8305800" y="6096000"/>
            <a:ext cx="838200" cy="76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68"/>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0" rtl="0" algn="l">
              <a:spcBef>
                <a:spcPts val="0"/>
              </a:spcBef>
              <a:spcAft>
                <a:spcPts val="0"/>
              </a:spcAft>
              <a:buNone/>
            </a:pPr>
            <a:r>
              <a:rPr lang="en-US"/>
              <a:t>Stress Testing</a:t>
            </a:r>
            <a:endParaRPr/>
          </a:p>
        </p:txBody>
      </p:sp>
      <p:sp>
        <p:nvSpPr>
          <p:cNvPr id="703" name="Google Shape;703;p68"/>
          <p:cNvSpPr txBox="1"/>
          <p:nvPr>
            <p:ph idx="1" type="body"/>
          </p:nvPr>
        </p:nvSpPr>
        <p:spPr>
          <a:xfrm>
            <a:off x="76200" y="1066800"/>
            <a:ext cx="8991600" cy="4154984"/>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b="0" lang="en-US"/>
              <a:t>Stress testing is a software testing activity that determines the robustness of software by testing beyond the limits of normal operation. Stress testing is particularly important for "mission critical" software, but is used for all types of software. Stress tests commonly put a greater emphasis on robustness, availability, and error handling under a heavy load, than on what would be considered correct behavior under normal circumstances.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69"/>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0" rtl="0" algn="l">
              <a:spcBef>
                <a:spcPts val="0"/>
              </a:spcBef>
              <a:spcAft>
                <a:spcPts val="0"/>
              </a:spcAft>
              <a:buNone/>
            </a:pPr>
            <a:r>
              <a:rPr lang="en-US"/>
              <a:t>Fuzzy Testing</a:t>
            </a:r>
            <a:endParaRPr/>
          </a:p>
        </p:txBody>
      </p:sp>
      <p:sp>
        <p:nvSpPr>
          <p:cNvPr id="709" name="Google Shape;709;p69"/>
          <p:cNvSpPr/>
          <p:nvPr/>
        </p:nvSpPr>
        <p:spPr>
          <a:xfrm>
            <a:off x="-32238" y="1219200"/>
            <a:ext cx="9100038" cy="249299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rgbClr val="000000"/>
                </a:solidFill>
                <a:latin typeface="Verdana"/>
                <a:ea typeface="Verdana"/>
                <a:cs typeface="Verdana"/>
                <a:sym typeface="Verdana"/>
              </a:rPr>
              <a:t>Fuzz testing is a software testing technique using which a </a:t>
            </a:r>
            <a:r>
              <a:rPr b="1" lang="en-US" sz="2800">
                <a:solidFill>
                  <a:srgbClr val="000000"/>
                </a:solidFill>
                <a:latin typeface="Verdana"/>
                <a:ea typeface="Verdana"/>
                <a:cs typeface="Verdana"/>
                <a:sym typeface="Verdana"/>
              </a:rPr>
              <a:t>random data </a:t>
            </a:r>
            <a:r>
              <a:rPr lang="en-US" sz="2400">
                <a:solidFill>
                  <a:srgbClr val="000000"/>
                </a:solidFill>
                <a:latin typeface="Verdana"/>
                <a:ea typeface="Verdana"/>
                <a:cs typeface="Verdana"/>
                <a:sym typeface="Verdana"/>
              </a:rPr>
              <a:t>is given as the inputs to the system. </a:t>
            </a:r>
            <a:endParaRPr/>
          </a:p>
          <a:p>
            <a:pPr indent="0" lvl="0" marL="0" marR="0" rtl="0" algn="just">
              <a:spcBef>
                <a:spcPts val="0"/>
              </a:spcBef>
              <a:spcAft>
                <a:spcPts val="0"/>
              </a:spcAft>
              <a:buNone/>
            </a:pPr>
            <a:r>
              <a:t/>
            </a:r>
            <a:endParaRPr sz="2400">
              <a:solidFill>
                <a:srgbClr val="000000"/>
              </a:solidFill>
              <a:latin typeface="Verdana"/>
              <a:ea typeface="Verdana"/>
              <a:cs typeface="Verdana"/>
              <a:sym typeface="Verdana"/>
            </a:endParaRPr>
          </a:p>
          <a:p>
            <a:pPr indent="0" lvl="0" marL="0" marR="0" rtl="0" algn="just">
              <a:spcBef>
                <a:spcPts val="0"/>
              </a:spcBef>
              <a:spcAft>
                <a:spcPts val="0"/>
              </a:spcAft>
              <a:buNone/>
            </a:pPr>
            <a:r>
              <a:rPr b="1" lang="en-US" sz="3200">
                <a:solidFill>
                  <a:srgbClr val="000000"/>
                </a:solidFill>
                <a:latin typeface="Verdana"/>
                <a:ea typeface="Verdana"/>
                <a:cs typeface="Verdana"/>
                <a:sym typeface="Verdana"/>
              </a:rPr>
              <a:t>I</a:t>
            </a:r>
            <a:r>
              <a:rPr lang="en-US" sz="2400">
                <a:solidFill>
                  <a:srgbClr val="000000"/>
                </a:solidFill>
                <a:latin typeface="Verdana"/>
                <a:ea typeface="Verdana"/>
                <a:cs typeface="Verdana"/>
                <a:sym typeface="Verdana"/>
              </a:rPr>
              <a:t>f the application fails, then those issues/defects are to be addressed by the system. In short, unexpected or random inputs might lead to unexpected results.</a:t>
            </a:r>
            <a:endParaRPr sz="24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70"/>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0" rtl="0" algn="l">
              <a:spcBef>
                <a:spcPts val="0"/>
              </a:spcBef>
              <a:spcAft>
                <a:spcPts val="0"/>
              </a:spcAft>
              <a:buNone/>
            </a:pPr>
            <a:r>
              <a:rPr lang="en-US">
                <a:latin typeface="Verdana"/>
                <a:ea typeface="Verdana"/>
                <a:cs typeface="Verdana"/>
                <a:sym typeface="Verdana"/>
              </a:rPr>
              <a:t>Progressive Testing?</a:t>
            </a:r>
            <a:endParaRPr/>
          </a:p>
        </p:txBody>
      </p:sp>
      <p:sp>
        <p:nvSpPr>
          <p:cNvPr id="715" name="Google Shape;715;p70"/>
          <p:cNvSpPr/>
          <p:nvPr/>
        </p:nvSpPr>
        <p:spPr>
          <a:xfrm>
            <a:off x="5862" y="914400"/>
            <a:ext cx="8915400"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rgbClr val="000000"/>
                </a:solidFill>
                <a:latin typeface="Verdana"/>
                <a:ea typeface="Verdana"/>
                <a:cs typeface="Verdana"/>
                <a:sym typeface="Verdana"/>
              </a:rPr>
              <a:t>Progressive testing also known as </a:t>
            </a:r>
            <a:r>
              <a:rPr b="1" lang="en-US" sz="2400">
                <a:solidFill>
                  <a:srgbClr val="FF0000"/>
                </a:solidFill>
                <a:latin typeface="Verdana"/>
                <a:ea typeface="Verdana"/>
                <a:cs typeface="Verdana"/>
                <a:sym typeface="Verdana"/>
              </a:rPr>
              <a:t>incremental testing </a:t>
            </a:r>
            <a:r>
              <a:rPr lang="en-US" sz="2400">
                <a:solidFill>
                  <a:srgbClr val="000000"/>
                </a:solidFill>
                <a:latin typeface="Verdana"/>
                <a:ea typeface="Verdana"/>
                <a:cs typeface="Verdana"/>
                <a:sym typeface="Verdana"/>
              </a:rPr>
              <a:t>is used to test modules one after the other. When an application with a hierarchy such as parent-child module is being tested, the related modules would need to be tested first.</a:t>
            </a:r>
            <a:endParaRPr/>
          </a:p>
          <a:p>
            <a:pPr indent="0" lvl="0" marL="0" marR="0" rtl="0" algn="just">
              <a:spcBef>
                <a:spcPts val="0"/>
              </a:spcBef>
              <a:spcAft>
                <a:spcPts val="0"/>
              </a:spcAft>
              <a:buNone/>
            </a:pPr>
            <a:r>
              <a:t/>
            </a:r>
            <a:endParaRPr sz="2400">
              <a:solidFill>
                <a:srgbClr val="000000"/>
              </a:solidFill>
              <a:latin typeface="Verdana"/>
              <a:ea typeface="Verdana"/>
              <a:cs typeface="Verdana"/>
              <a:sym typeface="Verdana"/>
            </a:endParaRPr>
          </a:p>
          <a:p>
            <a:pPr indent="0" lvl="0" marL="0" marR="0" rtl="0" algn="just">
              <a:spcBef>
                <a:spcPts val="0"/>
              </a:spcBef>
              <a:spcAft>
                <a:spcPts val="0"/>
              </a:spcAft>
              <a:buNone/>
            </a:pPr>
            <a:r>
              <a:t/>
            </a:r>
            <a:endParaRPr sz="2400">
              <a:solidFill>
                <a:srgbClr val="000000"/>
              </a:solidFill>
              <a:latin typeface="Verdana"/>
              <a:ea typeface="Verdana"/>
              <a:cs typeface="Verdana"/>
              <a:sym typeface="Verdana"/>
            </a:endParaRPr>
          </a:p>
          <a:p>
            <a:pPr indent="0" lvl="0" marL="0" marR="0" rtl="0" algn="just">
              <a:spcBef>
                <a:spcPts val="0"/>
              </a:spcBef>
              <a:spcAft>
                <a:spcPts val="0"/>
              </a:spcAft>
              <a:buNone/>
            </a:pPr>
            <a:r>
              <a:rPr lang="en-US" sz="2400">
                <a:solidFill>
                  <a:srgbClr val="000000"/>
                </a:solidFill>
                <a:latin typeface="Verdana"/>
                <a:ea typeface="Verdana"/>
                <a:cs typeface="Verdana"/>
                <a:sym typeface="Verdana"/>
              </a:rPr>
              <a:t>This progressive approach testing method has three approaches:</a:t>
            </a:r>
            <a:endParaRPr/>
          </a:p>
          <a:p>
            <a:pPr indent="-152400" lvl="1" marL="45720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Verdana"/>
                <a:ea typeface="Verdana"/>
                <a:cs typeface="Verdana"/>
                <a:sym typeface="Verdana"/>
              </a:rPr>
              <a:t>Top-down Approach</a:t>
            </a:r>
            <a:endParaRPr/>
          </a:p>
          <a:p>
            <a:pPr indent="-152400" lvl="1" marL="45720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Verdana"/>
                <a:ea typeface="Verdana"/>
                <a:cs typeface="Verdana"/>
                <a:sym typeface="Verdana"/>
              </a:rPr>
              <a:t>Bottom-up Approach</a:t>
            </a:r>
            <a:endParaRPr/>
          </a:p>
          <a:p>
            <a:pPr indent="-152400" lvl="1" marL="45720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Verdana"/>
                <a:ea typeface="Verdana"/>
                <a:cs typeface="Verdana"/>
                <a:sym typeface="Verdana"/>
              </a:rPr>
              <a:t>Hybrid Approach</a:t>
            </a:r>
            <a:endParaRPr b="0" i="0" sz="2400" u="none" cap="none" strike="noStrike">
              <a:solidFill>
                <a:srgbClr val="000000"/>
              </a:solidFill>
              <a:latin typeface="Verdana"/>
              <a:ea typeface="Verdana"/>
              <a:cs typeface="Verdana"/>
              <a:sym typeface="Verdana"/>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71"/>
          <p:cNvSpPr txBox="1"/>
          <p:nvPr>
            <p:ph type="title"/>
          </p:nvPr>
        </p:nvSpPr>
        <p:spPr>
          <a:xfrm>
            <a:off x="0" y="0"/>
            <a:ext cx="9144000" cy="738664"/>
          </a:xfrm>
          <a:prstGeom prst="rect">
            <a:avLst/>
          </a:prstGeom>
          <a:solidFill>
            <a:srgbClr val="002060"/>
          </a:solidFill>
          <a:ln>
            <a:noFill/>
          </a:ln>
        </p:spPr>
        <p:txBody>
          <a:bodyPr anchorCtr="0" anchor="t" bIns="0" lIns="0" spcFirstLastPara="1" rIns="0" wrap="square" tIns="0">
            <a:spAutoFit/>
          </a:bodyPr>
          <a:lstStyle/>
          <a:p>
            <a:pPr indent="0" lvl="0" marL="0" rtl="0" algn="l">
              <a:spcBef>
                <a:spcPts val="0"/>
              </a:spcBef>
              <a:spcAft>
                <a:spcPts val="0"/>
              </a:spcAft>
              <a:buNone/>
            </a:pPr>
            <a:r>
              <a:rPr lang="en-US">
                <a:latin typeface="Verdana"/>
                <a:ea typeface="Verdana"/>
                <a:cs typeface="Verdana"/>
                <a:sym typeface="Verdana"/>
              </a:rPr>
              <a:t>Re-testing</a:t>
            </a:r>
            <a:endParaRPr/>
          </a:p>
        </p:txBody>
      </p:sp>
      <p:sp>
        <p:nvSpPr>
          <p:cNvPr id="721" name="Google Shape;721;p71"/>
          <p:cNvSpPr/>
          <p:nvPr/>
        </p:nvSpPr>
        <p:spPr>
          <a:xfrm>
            <a:off x="0" y="1752600"/>
            <a:ext cx="9067800"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rgbClr val="000000"/>
                </a:solidFill>
                <a:latin typeface="Verdana"/>
                <a:ea typeface="Verdana"/>
                <a:cs typeface="Verdana"/>
                <a:sym typeface="Verdana"/>
              </a:rPr>
              <a:t>Re-testing is executing a previously failed test against new software to check if the problem is resolved. After a defect has been fixed, re-testing is performed to check the scenario under the same environmental conditions.</a:t>
            </a:r>
            <a:endParaRPr/>
          </a:p>
          <a:p>
            <a:pPr indent="0" lvl="0" marL="0" marR="0" rtl="0" algn="just">
              <a:spcBef>
                <a:spcPts val="0"/>
              </a:spcBef>
              <a:spcAft>
                <a:spcPts val="0"/>
              </a:spcAft>
              <a:buNone/>
            </a:pPr>
            <a:r>
              <a:rPr lang="en-US" sz="2400">
                <a:solidFill>
                  <a:srgbClr val="000000"/>
                </a:solidFill>
                <a:latin typeface="Verdana"/>
                <a:ea typeface="Verdana"/>
                <a:cs typeface="Verdana"/>
                <a:sym typeface="Verdana"/>
              </a:rPr>
              <a:t>During Re-testing, testers look for granular details at the changed area of functionality.</a:t>
            </a:r>
            <a:endParaRPr b="0" i="0" sz="2400">
              <a:solidFill>
                <a:srgbClr val="000000"/>
              </a:solidFill>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arissa">
  <a:themeElements>
    <a:clrScheme name="Larissa">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2015-09-23T19:45:52Z</dcterms:created>
  <dc:creator>Online2PDF.com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2015-09-23T00:00:00Z</vt:filetime>
  </property>
  <property fmtid="{D5CDD505-2E9C-101B-9397-08002B2CF9AE}" pid="3" name="LastSaved">
    <vt:filetime>2015-09-23T00:00:00Z</vt:filetime>
  </property>
</Properties>
</file>